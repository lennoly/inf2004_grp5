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3" r:id="rId4"/>
    <p:sldId id="262" r:id="rId5"/>
    <p:sldId id="259" r:id="rId6"/>
    <p:sldId id="258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FC9B8E-BC77-014E-B8A6-68DABB6AF26F}" v="15" dt="2026-09-24T08:42: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98"/>
    <p:restoredTop sz="94557"/>
  </p:normalViewPr>
  <p:slideViewPr>
    <p:cSldViewPr snapToGrid="0">
      <p:cViewPr varScale="1">
        <p:scale>
          <a:sx n="107" d="100"/>
          <a:sy n="107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ed Fauzi Bin Abbas" userId="48df300c-2a3a-4ba0-838d-ab9d6a0b5da0" providerId="ADAL" clId="{C2E7A1FF-72BA-5960-B26D-B64B02785CAF}"/>
    <pc:docChg chg="undo custSel addSld delSld modSld sldOrd">
      <pc:chgData name="Muhamed Fauzi Bin Abbas" userId="48df300c-2a3a-4ba0-838d-ab9d6a0b5da0" providerId="ADAL" clId="{C2E7A1FF-72BA-5960-B26D-B64B02785CAF}" dt="2026-09-24T08:45:13.007" v="361" actId="14100"/>
      <pc:docMkLst>
        <pc:docMk/>
      </pc:docMkLst>
      <pc:sldChg chg="ord">
        <pc:chgData name="Muhamed Fauzi Bin Abbas" userId="48df300c-2a3a-4ba0-838d-ab9d6a0b5da0" providerId="ADAL" clId="{C2E7A1FF-72BA-5960-B26D-B64B02785CAF}" dt="2026-09-24T08:44:54.346" v="360" actId="20578"/>
        <pc:sldMkLst>
          <pc:docMk/>
          <pc:sldMk cId="3192703066" sldId="257"/>
        </pc:sldMkLst>
      </pc:sldChg>
      <pc:sldChg chg="ord">
        <pc:chgData name="Muhamed Fauzi Bin Abbas" userId="48df300c-2a3a-4ba0-838d-ab9d6a0b5da0" providerId="ADAL" clId="{C2E7A1FF-72BA-5960-B26D-B64B02785CAF}" dt="2026-09-21T09:00:15.940" v="2" actId="20578"/>
        <pc:sldMkLst>
          <pc:docMk/>
          <pc:sldMk cId="2477496525" sldId="259"/>
        </pc:sldMkLst>
      </pc:sldChg>
      <pc:sldChg chg="addSp delSp modSp new mod">
        <pc:chgData name="Muhamed Fauzi Bin Abbas" userId="48df300c-2a3a-4ba0-838d-ab9d6a0b5da0" providerId="ADAL" clId="{C2E7A1FF-72BA-5960-B26D-B64B02785CAF}" dt="2026-09-24T08:32:31.376" v="134" actId="108"/>
        <pc:sldMkLst>
          <pc:docMk/>
          <pc:sldMk cId="2839725478" sldId="261"/>
        </pc:sldMkLst>
        <pc:spChg chg="add mod">
          <ac:chgData name="Muhamed Fauzi Bin Abbas" userId="48df300c-2a3a-4ba0-838d-ab9d6a0b5da0" providerId="ADAL" clId="{C2E7A1FF-72BA-5960-B26D-B64B02785CAF}" dt="2026-09-24T08:27:03.791" v="53" actId="1076"/>
          <ac:spMkLst>
            <pc:docMk/>
            <pc:sldMk cId="2839725478" sldId="261"/>
            <ac:spMk id="14" creationId="{7770A914-683B-08E1-6E5C-E1F51E3E4B94}"/>
          </ac:spMkLst>
        </pc:spChg>
        <pc:spChg chg="add mod">
          <ac:chgData name="Muhamed Fauzi Bin Abbas" userId="48df300c-2a3a-4ba0-838d-ab9d6a0b5da0" providerId="ADAL" clId="{C2E7A1FF-72BA-5960-B26D-B64B02785CAF}" dt="2026-09-24T08:28:52.605" v="65" actId="113"/>
          <ac:spMkLst>
            <pc:docMk/>
            <pc:sldMk cId="2839725478" sldId="261"/>
            <ac:spMk id="19" creationId="{3C4F5635-6BC4-D03F-872C-29DB34A078CB}"/>
          </ac:spMkLst>
        </pc:spChg>
        <pc:spChg chg="add mod">
          <ac:chgData name="Muhamed Fauzi Bin Abbas" userId="48df300c-2a3a-4ba0-838d-ab9d6a0b5da0" providerId="ADAL" clId="{C2E7A1FF-72BA-5960-B26D-B64B02785CAF}" dt="2026-09-24T08:28:58.466" v="67" actId="1076"/>
          <ac:spMkLst>
            <pc:docMk/>
            <pc:sldMk cId="2839725478" sldId="261"/>
            <ac:spMk id="20" creationId="{6F83C864-1794-E4DB-9AA6-5DF8104046AD}"/>
          </ac:spMkLst>
        </pc:spChg>
        <pc:spChg chg="add mod">
          <ac:chgData name="Muhamed Fauzi Bin Abbas" userId="48df300c-2a3a-4ba0-838d-ab9d6a0b5da0" providerId="ADAL" clId="{C2E7A1FF-72BA-5960-B26D-B64B02785CAF}" dt="2026-09-24T08:29:58.837" v="78" actId="1076"/>
          <ac:spMkLst>
            <pc:docMk/>
            <pc:sldMk cId="2839725478" sldId="261"/>
            <ac:spMk id="23" creationId="{FAC4EBD5-5932-0210-BCB4-5E5A3CA433FA}"/>
          </ac:spMkLst>
        </pc:spChg>
        <pc:spChg chg="add mod">
          <ac:chgData name="Muhamed Fauzi Bin Abbas" userId="48df300c-2a3a-4ba0-838d-ab9d6a0b5da0" providerId="ADAL" clId="{C2E7A1FF-72BA-5960-B26D-B64B02785CAF}" dt="2026-09-24T08:29:56.187" v="77" actId="1076"/>
          <ac:spMkLst>
            <pc:docMk/>
            <pc:sldMk cId="2839725478" sldId="261"/>
            <ac:spMk id="24" creationId="{7F56B302-26B3-5DAD-5347-BA593D6D1CDB}"/>
          </ac:spMkLst>
        </pc:spChg>
        <pc:spChg chg="add mod">
          <ac:chgData name="Muhamed Fauzi Bin Abbas" userId="48df300c-2a3a-4ba0-838d-ab9d6a0b5da0" providerId="ADAL" clId="{C2E7A1FF-72BA-5960-B26D-B64B02785CAF}" dt="2026-09-24T08:31:25.071" v="126" actId="1076"/>
          <ac:spMkLst>
            <pc:docMk/>
            <pc:sldMk cId="2839725478" sldId="261"/>
            <ac:spMk id="25" creationId="{73C7B06F-B023-3308-9BE7-DEDB933FE9E8}"/>
          </ac:spMkLst>
        </pc:spChg>
        <pc:picChg chg="add mod modCrop">
          <ac:chgData name="Muhamed Fauzi Bin Abbas" userId="48df300c-2a3a-4ba0-838d-ab9d6a0b5da0" providerId="ADAL" clId="{C2E7A1FF-72BA-5960-B26D-B64B02785CAF}" dt="2026-09-24T08:24:41.191" v="29" actId="1076"/>
          <ac:picMkLst>
            <pc:docMk/>
            <pc:sldMk cId="2839725478" sldId="261"/>
            <ac:picMk id="2" creationId="{F4A32E26-7566-5F4A-F5C4-BAFCE3ADF215}"/>
          </ac:picMkLst>
        </pc:picChg>
        <pc:picChg chg="add del">
          <ac:chgData name="Muhamed Fauzi Bin Abbas" userId="48df300c-2a3a-4ba0-838d-ab9d6a0b5da0" providerId="ADAL" clId="{C2E7A1FF-72BA-5960-B26D-B64B02785CAF}" dt="2026-09-24T08:23:22.930" v="13" actId="22"/>
          <ac:picMkLst>
            <pc:docMk/>
            <pc:sldMk cId="2839725478" sldId="261"/>
            <ac:picMk id="3" creationId="{0C372BE1-BB7F-8783-C5A0-EB21AEBE1D15}"/>
          </ac:picMkLst>
        </pc:picChg>
        <pc:picChg chg="add mod modCrop">
          <ac:chgData name="Muhamed Fauzi Bin Abbas" userId="48df300c-2a3a-4ba0-838d-ab9d6a0b5da0" providerId="ADAL" clId="{C2E7A1FF-72BA-5960-B26D-B64B02785CAF}" dt="2026-09-24T08:24:28.779" v="25" actId="1076"/>
          <ac:picMkLst>
            <pc:docMk/>
            <pc:sldMk cId="2839725478" sldId="261"/>
            <ac:picMk id="4" creationId="{1BD7E7BA-368D-FC0B-7ED5-350CCDEDB43E}"/>
          </ac:picMkLst>
        </pc:picChg>
        <pc:picChg chg="add mod">
          <ac:chgData name="Muhamed Fauzi Bin Abbas" userId="48df300c-2a3a-4ba0-838d-ab9d6a0b5da0" providerId="ADAL" clId="{C2E7A1FF-72BA-5960-B26D-B64B02785CAF}" dt="2026-09-24T08:24:39.401" v="28" actId="1076"/>
          <ac:picMkLst>
            <pc:docMk/>
            <pc:sldMk cId="2839725478" sldId="261"/>
            <ac:picMk id="5" creationId="{DE3C29D0-2334-7EA4-A800-4ABFD3502AE4}"/>
          </ac:picMkLst>
        </pc:picChg>
        <pc:inkChg chg="add del">
          <ac:chgData name="Muhamed Fauzi Bin Abbas" userId="48df300c-2a3a-4ba0-838d-ab9d6a0b5da0" providerId="ADAL" clId="{C2E7A1FF-72BA-5960-B26D-B64B02785CAF}" dt="2026-09-24T08:25:20.766" v="31" actId="9405"/>
          <ac:inkMkLst>
            <pc:docMk/>
            <pc:sldMk cId="2839725478" sldId="261"/>
            <ac:inkMk id="6" creationId="{6105461C-514A-3EC6-97E7-D5C0D97C684A}"/>
          </ac:inkMkLst>
        </pc:inkChg>
        <pc:inkChg chg="add">
          <ac:chgData name="Muhamed Fauzi Bin Abbas" userId="48df300c-2a3a-4ba0-838d-ab9d6a0b5da0" providerId="ADAL" clId="{C2E7A1FF-72BA-5960-B26D-B64B02785CAF}" dt="2026-09-24T08:25:23.037" v="32" actId="9405"/>
          <ac:inkMkLst>
            <pc:docMk/>
            <pc:sldMk cId="2839725478" sldId="261"/>
            <ac:inkMk id="7" creationId="{4FC1CDE7-BDC2-1DF5-2524-8ECC75904F24}"/>
          </ac:inkMkLst>
        </pc:inkChg>
        <pc:inkChg chg="add del">
          <ac:chgData name="Muhamed Fauzi Bin Abbas" userId="48df300c-2a3a-4ba0-838d-ab9d6a0b5da0" providerId="ADAL" clId="{C2E7A1FF-72BA-5960-B26D-B64B02785CAF}" dt="2026-09-24T08:25:42.770" v="36" actId="9405"/>
          <ac:inkMkLst>
            <pc:docMk/>
            <pc:sldMk cId="2839725478" sldId="261"/>
            <ac:inkMk id="8" creationId="{C5225C11-97C9-119C-2A4C-7124D1DFA7FF}"/>
          </ac:inkMkLst>
        </pc:inkChg>
        <pc:inkChg chg="add del">
          <ac:chgData name="Muhamed Fauzi Bin Abbas" userId="48df300c-2a3a-4ba0-838d-ab9d6a0b5da0" providerId="ADAL" clId="{C2E7A1FF-72BA-5960-B26D-B64B02785CAF}" dt="2026-09-24T08:25:42.356" v="35" actId="9405"/>
          <ac:inkMkLst>
            <pc:docMk/>
            <pc:sldMk cId="2839725478" sldId="261"/>
            <ac:inkMk id="9" creationId="{95A70677-7DF6-BB43-EC9B-34F2217B8E76}"/>
          </ac:inkMkLst>
        </pc:inkChg>
        <pc:inkChg chg="add">
          <ac:chgData name="Muhamed Fauzi Bin Abbas" userId="48df300c-2a3a-4ba0-838d-ab9d6a0b5da0" providerId="ADAL" clId="{C2E7A1FF-72BA-5960-B26D-B64B02785CAF}" dt="2026-09-24T08:26:11.788" v="37" actId="9405"/>
          <ac:inkMkLst>
            <pc:docMk/>
            <pc:sldMk cId="2839725478" sldId="261"/>
            <ac:inkMk id="10" creationId="{84419D8A-2D44-6B35-D968-77A7D74EBAD1}"/>
          </ac:inkMkLst>
        </pc:inkChg>
        <pc:inkChg chg="add">
          <ac:chgData name="Muhamed Fauzi Bin Abbas" userId="48df300c-2a3a-4ba0-838d-ab9d6a0b5da0" providerId="ADAL" clId="{C2E7A1FF-72BA-5960-B26D-B64B02785CAF}" dt="2026-09-24T08:26:17.462" v="38" actId="9405"/>
          <ac:inkMkLst>
            <pc:docMk/>
            <pc:sldMk cId="2839725478" sldId="261"/>
            <ac:inkMk id="11" creationId="{D7E6A634-88B5-030E-7D03-ACA39B52AAB6}"/>
          </ac:inkMkLst>
        </pc:inkChg>
        <pc:inkChg chg="add">
          <ac:chgData name="Muhamed Fauzi Bin Abbas" userId="48df300c-2a3a-4ba0-838d-ab9d6a0b5da0" providerId="ADAL" clId="{C2E7A1FF-72BA-5960-B26D-B64B02785CAF}" dt="2026-09-24T08:26:21.146" v="39" actId="9405"/>
          <ac:inkMkLst>
            <pc:docMk/>
            <pc:sldMk cId="2839725478" sldId="261"/>
            <ac:inkMk id="12" creationId="{9F3B6487-6BFE-58CF-4446-D23C3D9204BE}"/>
          </ac:inkMkLst>
        </pc:inkChg>
        <pc:inkChg chg="add">
          <ac:chgData name="Muhamed Fauzi Bin Abbas" userId="48df300c-2a3a-4ba0-838d-ab9d6a0b5da0" providerId="ADAL" clId="{C2E7A1FF-72BA-5960-B26D-B64B02785CAF}" dt="2026-09-24T08:26:25.004" v="40" actId="9405"/>
          <ac:inkMkLst>
            <pc:docMk/>
            <pc:sldMk cId="2839725478" sldId="261"/>
            <ac:inkMk id="13" creationId="{AE667801-92A9-D9BA-302E-E4D6BF1A19FE}"/>
          </ac:inkMkLst>
        </pc:inkChg>
        <pc:inkChg chg="add">
          <ac:chgData name="Muhamed Fauzi Bin Abbas" userId="48df300c-2a3a-4ba0-838d-ab9d6a0b5da0" providerId="ADAL" clId="{C2E7A1FF-72BA-5960-B26D-B64B02785CAF}" dt="2026-09-24T08:27:30.483" v="54" actId="9405"/>
          <ac:inkMkLst>
            <pc:docMk/>
            <pc:sldMk cId="2839725478" sldId="261"/>
            <ac:inkMk id="15" creationId="{0BD78382-625A-6326-BAA3-2DE69D29A986}"/>
          </ac:inkMkLst>
        </pc:inkChg>
        <pc:inkChg chg="add">
          <ac:chgData name="Muhamed Fauzi Bin Abbas" userId="48df300c-2a3a-4ba0-838d-ab9d6a0b5da0" providerId="ADAL" clId="{C2E7A1FF-72BA-5960-B26D-B64B02785CAF}" dt="2026-09-24T08:27:37.462" v="55" actId="9405"/>
          <ac:inkMkLst>
            <pc:docMk/>
            <pc:sldMk cId="2839725478" sldId="261"/>
            <ac:inkMk id="16" creationId="{C8581CC8-BADE-4C87-2CE5-DAC95D751A57}"/>
          </ac:inkMkLst>
        </pc:inkChg>
        <pc:inkChg chg="add">
          <ac:chgData name="Muhamed Fauzi Bin Abbas" userId="48df300c-2a3a-4ba0-838d-ab9d6a0b5da0" providerId="ADAL" clId="{C2E7A1FF-72BA-5960-B26D-B64B02785CAF}" dt="2026-09-24T08:28:23.133" v="56" actId="9405"/>
          <ac:inkMkLst>
            <pc:docMk/>
            <pc:sldMk cId="2839725478" sldId="261"/>
            <ac:inkMk id="17" creationId="{E9159414-2740-88B5-2BD4-E6092087806F}"/>
          </ac:inkMkLst>
        </pc:inkChg>
        <pc:inkChg chg="add">
          <ac:chgData name="Muhamed Fauzi Bin Abbas" userId="48df300c-2a3a-4ba0-838d-ab9d6a0b5da0" providerId="ADAL" clId="{C2E7A1FF-72BA-5960-B26D-B64B02785CAF}" dt="2026-09-24T08:28:26.583" v="57" actId="9405"/>
          <ac:inkMkLst>
            <pc:docMk/>
            <pc:sldMk cId="2839725478" sldId="261"/>
            <ac:inkMk id="18" creationId="{1BD6E2DD-DCF7-9493-1240-97DBB4E08086}"/>
          </ac:inkMkLst>
        </pc:inkChg>
        <pc:inkChg chg="add">
          <ac:chgData name="Muhamed Fauzi Bin Abbas" userId="48df300c-2a3a-4ba0-838d-ab9d6a0b5da0" providerId="ADAL" clId="{C2E7A1FF-72BA-5960-B26D-B64B02785CAF}" dt="2026-09-24T08:29:26.703" v="68" actId="9405"/>
          <ac:inkMkLst>
            <pc:docMk/>
            <pc:sldMk cId="2839725478" sldId="261"/>
            <ac:inkMk id="21" creationId="{351D24F5-807F-5147-D161-C8A359CAC1C3}"/>
          </ac:inkMkLst>
        </pc:inkChg>
        <pc:inkChg chg="add">
          <ac:chgData name="Muhamed Fauzi Bin Abbas" userId="48df300c-2a3a-4ba0-838d-ab9d6a0b5da0" providerId="ADAL" clId="{C2E7A1FF-72BA-5960-B26D-B64B02785CAF}" dt="2026-09-24T08:29:29.153" v="69" actId="9405"/>
          <ac:inkMkLst>
            <pc:docMk/>
            <pc:sldMk cId="2839725478" sldId="261"/>
            <ac:inkMk id="22" creationId="{BBC9B7BD-B50D-FB86-A33B-266712324650}"/>
          </ac:inkMkLst>
        </pc:inkChg>
        <pc:cxnChg chg="add mod">
          <ac:chgData name="Muhamed Fauzi Bin Abbas" userId="48df300c-2a3a-4ba0-838d-ab9d6a0b5da0" providerId="ADAL" clId="{C2E7A1FF-72BA-5960-B26D-B64B02785CAF}" dt="2026-09-24T08:32:31.376" v="134" actId="108"/>
          <ac:cxnSpMkLst>
            <pc:docMk/>
            <pc:sldMk cId="2839725478" sldId="261"/>
            <ac:cxnSpMk id="27" creationId="{78A2F631-3B89-ABFB-5C66-79A8D1BF37CF}"/>
          </ac:cxnSpMkLst>
        </pc:cxnChg>
        <pc:cxnChg chg="add mod">
          <ac:chgData name="Muhamed Fauzi Bin Abbas" userId="48df300c-2a3a-4ba0-838d-ab9d6a0b5da0" providerId="ADAL" clId="{C2E7A1FF-72BA-5960-B26D-B64B02785CAF}" dt="2026-09-24T08:32:22.911" v="133" actId="1582"/>
          <ac:cxnSpMkLst>
            <pc:docMk/>
            <pc:sldMk cId="2839725478" sldId="261"/>
            <ac:cxnSpMk id="28" creationId="{37D90853-52C9-9B3A-BC07-951D4F04E286}"/>
          </ac:cxnSpMkLst>
        </pc:cxnChg>
      </pc:sldChg>
      <pc:sldChg chg="addSp delSp modSp add mod">
        <pc:chgData name="Muhamed Fauzi Bin Abbas" userId="48df300c-2a3a-4ba0-838d-ab9d6a0b5da0" providerId="ADAL" clId="{C2E7A1FF-72BA-5960-B26D-B64B02785CAF}" dt="2026-09-24T08:45:13.007" v="361" actId="14100"/>
        <pc:sldMkLst>
          <pc:docMk/>
          <pc:sldMk cId="4134660105" sldId="262"/>
        </pc:sldMkLst>
        <pc:spChg chg="add mod">
          <ac:chgData name="Muhamed Fauzi Bin Abbas" userId="48df300c-2a3a-4ba0-838d-ab9d6a0b5da0" providerId="ADAL" clId="{C2E7A1FF-72BA-5960-B26D-B64B02785CAF}" dt="2026-09-24T08:35:58.991" v="167" actId="1035"/>
          <ac:spMkLst>
            <pc:docMk/>
            <pc:sldMk cId="4134660105" sldId="262"/>
            <ac:spMk id="6" creationId="{D83380A5-7AA8-A0EB-1822-8CB024C0C7BB}"/>
          </ac:spMkLst>
        </pc:spChg>
        <pc:spChg chg="add mod">
          <ac:chgData name="Muhamed Fauzi Bin Abbas" userId="48df300c-2a3a-4ba0-838d-ab9d6a0b5da0" providerId="ADAL" clId="{C2E7A1FF-72BA-5960-B26D-B64B02785CAF}" dt="2026-09-24T08:35:58.991" v="167" actId="1035"/>
          <ac:spMkLst>
            <pc:docMk/>
            <pc:sldMk cId="4134660105" sldId="262"/>
            <ac:spMk id="8" creationId="{70C6FE72-EFAF-7B35-FAA4-C45D3B920D09}"/>
          </ac:spMkLst>
        </pc:spChg>
        <pc:spChg chg="del">
          <ac:chgData name="Muhamed Fauzi Bin Abbas" userId="48df300c-2a3a-4ba0-838d-ab9d6a0b5da0" providerId="ADAL" clId="{C2E7A1FF-72BA-5960-B26D-B64B02785CAF}" dt="2026-09-24T08:32:52.303" v="136" actId="478"/>
          <ac:spMkLst>
            <pc:docMk/>
            <pc:sldMk cId="4134660105" sldId="262"/>
            <ac:spMk id="14" creationId="{5FB66C20-585D-E0E2-6C70-F440C50125D3}"/>
          </ac:spMkLst>
        </pc:spChg>
        <pc:spChg chg="del">
          <ac:chgData name="Muhamed Fauzi Bin Abbas" userId="48df300c-2a3a-4ba0-838d-ab9d6a0b5da0" providerId="ADAL" clId="{C2E7A1FF-72BA-5960-B26D-B64B02785CAF}" dt="2026-09-24T08:32:52.303" v="136" actId="478"/>
          <ac:spMkLst>
            <pc:docMk/>
            <pc:sldMk cId="4134660105" sldId="262"/>
            <ac:spMk id="19" creationId="{B81B60D5-6ABF-CEB4-CC6B-7C8AA69E6F36}"/>
          </ac:spMkLst>
        </pc:spChg>
        <pc:spChg chg="del">
          <ac:chgData name="Muhamed Fauzi Bin Abbas" userId="48df300c-2a3a-4ba0-838d-ab9d6a0b5da0" providerId="ADAL" clId="{C2E7A1FF-72BA-5960-B26D-B64B02785CAF}" dt="2026-09-24T08:32:52.303" v="136" actId="478"/>
          <ac:spMkLst>
            <pc:docMk/>
            <pc:sldMk cId="4134660105" sldId="262"/>
            <ac:spMk id="20" creationId="{D9FC66E4-EB4D-87CF-5DE5-BBDA9AE47D42}"/>
          </ac:spMkLst>
        </pc:spChg>
        <pc:spChg chg="del">
          <ac:chgData name="Muhamed Fauzi Bin Abbas" userId="48df300c-2a3a-4ba0-838d-ab9d6a0b5da0" providerId="ADAL" clId="{C2E7A1FF-72BA-5960-B26D-B64B02785CAF}" dt="2026-09-24T08:32:52.303" v="136" actId="478"/>
          <ac:spMkLst>
            <pc:docMk/>
            <pc:sldMk cId="4134660105" sldId="262"/>
            <ac:spMk id="23" creationId="{6ACB3091-9DF6-2511-F321-133531C6258D}"/>
          </ac:spMkLst>
        </pc:spChg>
        <pc:spChg chg="del">
          <ac:chgData name="Muhamed Fauzi Bin Abbas" userId="48df300c-2a3a-4ba0-838d-ab9d6a0b5da0" providerId="ADAL" clId="{C2E7A1FF-72BA-5960-B26D-B64B02785CAF}" dt="2026-09-24T08:32:52.303" v="136" actId="478"/>
          <ac:spMkLst>
            <pc:docMk/>
            <pc:sldMk cId="4134660105" sldId="262"/>
            <ac:spMk id="24" creationId="{4E04908B-B37E-8ED4-E153-E8E2243FE6B9}"/>
          </ac:spMkLst>
        </pc:spChg>
        <pc:spChg chg="del">
          <ac:chgData name="Muhamed Fauzi Bin Abbas" userId="48df300c-2a3a-4ba0-838d-ab9d6a0b5da0" providerId="ADAL" clId="{C2E7A1FF-72BA-5960-B26D-B64B02785CAF}" dt="2026-09-24T08:32:52.303" v="136" actId="478"/>
          <ac:spMkLst>
            <pc:docMk/>
            <pc:sldMk cId="4134660105" sldId="262"/>
            <ac:spMk id="25" creationId="{57A572FC-4D57-F3BD-1E32-655D6609C916}"/>
          </ac:spMkLst>
        </pc:spChg>
        <pc:spChg chg="add mod">
          <ac:chgData name="Muhamed Fauzi Bin Abbas" userId="48df300c-2a3a-4ba0-838d-ab9d6a0b5da0" providerId="ADAL" clId="{C2E7A1FF-72BA-5960-B26D-B64B02785CAF}" dt="2026-09-24T08:36:21.258" v="178" actId="20577"/>
          <ac:spMkLst>
            <pc:docMk/>
            <pc:sldMk cId="4134660105" sldId="262"/>
            <ac:spMk id="29" creationId="{440A3448-B97E-CDC1-02EB-59835ADCF693}"/>
          </ac:spMkLst>
        </pc:spChg>
        <pc:spChg chg="add mod">
          <ac:chgData name="Muhamed Fauzi Bin Abbas" userId="48df300c-2a3a-4ba0-838d-ab9d6a0b5da0" providerId="ADAL" clId="{C2E7A1FF-72BA-5960-B26D-B64B02785CAF}" dt="2026-09-24T08:42:34.395" v="229" actId="1076"/>
          <ac:spMkLst>
            <pc:docMk/>
            <pc:sldMk cId="4134660105" sldId="262"/>
            <ac:spMk id="34" creationId="{93CE70BF-A84D-90E6-E765-2F864D17FEF2}"/>
          </ac:spMkLst>
        </pc:spChg>
        <pc:spChg chg="add mod">
          <ac:chgData name="Muhamed Fauzi Bin Abbas" userId="48df300c-2a3a-4ba0-838d-ab9d6a0b5da0" providerId="ADAL" clId="{C2E7A1FF-72BA-5960-B26D-B64B02785CAF}" dt="2026-09-24T08:42:32.061" v="228" actId="1076"/>
          <ac:spMkLst>
            <pc:docMk/>
            <pc:sldMk cId="4134660105" sldId="262"/>
            <ac:spMk id="35" creationId="{395B52AB-4A9F-585D-59D6-B77E652F06C5}"/>
          </ac:spMkLst>
        </pc:spChg>
        <pc:spChg chg="add mod">
          <ac:chgData name="Muhamed Fauzi Bin Abbas" userId="48df300c-2a3a-4ba0-838d-ab9d6a0b5da0" providerId="ADAL" clId="{C2E7A1FF-72BA-5960-B26D-B64B02785CAF}" dt="2026-09-24T08:44:21.875" v="359" actId="20577"/>
          <ac:spMkLst>
            <pc:docMk/>
            <pc:sldMk cId="4134660105" sldId="262"/>
            <ac:spMk id="41" creationId="{A3A2ACC4-49B1-947C-4DDB-A8A192E0268F}"/>
          </ac:spMkLst>
        </pc:spChg>
        <pc:picChg chg="del mod">
          <ac:chgData name="Muhamed Fauzi Bin Abbas" userId="48df300c-2a3a-4ba0-838d-ab9d6a0b5da0" providerId="ADAL" clId="{C2E7A1FF-72BA-5960-B26D-B64B02785CAF}" dt="2026-09-24T08:34:58.347" v="148" actId="478"/>
          <ac:picMkLst>
            <pc:docMk/>
            <pc:sldMk cId="4134660105" sldId="262"/>
            <ac:picMk id="2" creationId="{249740E1-76E6-F3E7-946B-1EC5D94C47F9}"/>
          </ac:picMkLst>
        </pc:picChg>
        <pc:picChg chg="add mod">
          <ac:chgData name="Muhamed Fauzi Bin Abbas" userId="48df300c-2a3a-4ba0-838d-ab9d6a0b5da0" providerId="ADAL" clId="{C2E7A1FF-72BA-5960-B26D-B64B02785CAF}" dt="2026-09-24T08:35:58.991" v="167" actId="1035"/>
          <ac:picMkLst>
            <pc:docMk/>
            <pc:sldMk cId="4134660105" sldId="262"/>
            <ac:picMk id="3" creationId="{C878E6A9-6ECA-7E56-1560-BA503AD2482B}"/>
          </ac:picMkLst>
        </pc:picChg>
        <pc:picChg chg="del">
          <ac:chgData name="Muhamed Fauzi Bin Abbas" userId="48df300c-2a3a-4ba0-838d-ab9d6a0b5da0" providerId="ADAL" clId="{C2E7A1FF-72BA-5960-B26D-B64B02785CAF}" dt="2026-09-24T08:32:52.303" v="136" actId="478"/>
          <ac:picMkLst>
            <pc:docMk/>
            <pc:sldMk cId="4134660105" sldId="262"/>
            <ac:picMk id="4" creationId="{676BD12A-EA31-4B40-B0E3-BDBDDA547938}"/>
          </ac:picMkLst>
        </pc:picChg>
        <pc:picChg chg="del">
          <ac:chgData name="Muhamed Fauzi Bin Abbas" userId="48df300c-2a3a-4ba0-838d-ab9d6a0b5da0" providerId="ADAL" clId="{C2E7A1FF-72BA-5960-B26D-B64B02785CAF}" dt="2026-09-24T08:32:52.303" v="136" actId="478"/>
          <ac:picMkLst>
            <pc:docMk/>
            <pc:sldMk cId="4134660105" sldId="262"/>
            <ac:picMk id="5" creationId="{4BFA1CD3-A274-1EA0-247D-5A09B991E81F}"/>
          </ac:picMkLst>
        </pc:picChg>
        <pc:picChg chg="add mod">
          <ac:chgData name="Muhamed Fauzi Bin Abbas" userId="48df300c-2a3a-4ba0-838d-ab9d6a0b5da0" providerId="ADAL" clId="{C2E7A1FF-72BA-5960-B26D-B64B02785CAF}" dt="2026-09-24T08:41:50.003" v="221" actId="1076"/>
          <ac:picMkLst>
            <pc:docMk/>
            <pc:sldMk cId="4134660105" sldId="262"/>
            <ac:picMk id="33" creationId="{DF67ED12-0F32-E64A-26A3-29CC3831BC53}"/>
          </ac:picMkLst>
        </pc:picChg>
        <pc:inkChg chg="add mod">
          <ac:chgData name="Muhamed Fauzi Bin Abbas" userId="48df300c-2a3a-4ba0-838d-ab9d6a0b5da0" providerId="ADAL" clId="{C2E7A1FF-72BA-5960-B26D-B64B02785CAF}" dt="2026-09-24T08:35:58.991" v="167" actId="1035"/>
          <ac:inkMkLst>
            <pc:docMk/>
            <pc:sldMk cId="4134660105" sldId="262"/>
            <ac:inkMk id="9" creationId="{AC4F51B4-CDFD-DE55-B901-47516CE50B95}"/>
          </ac:inkMkLst>
        </pc:inkChg>
        <pc:inkChg chg="del">
          <ac:chgData name="Muhamed Fauzi Bin Abbas" userId="48df300c-2a3a-4ba0-838d-ab9d6a0b5da0" providerId="ADAL" clId="{C2E7A1FF-72BA-5960-B26D-B64B02785CAF}" dt="2026-09-24T08:32:52.303" v="136" actId="478"/>
          <ac:inkMkLst>
            <pc:docMk/>
            <pc:sldMk cId="4134660105" sldId="262"/>
            <ac:inkMk id="15" creationId="{C5EDB895-F8DE-24FE-A662-0D23E591083B}"/>
          </ac:inkMkLst>
        </pc:inkChg>
        <pc:inkChg chg="del">
          <ac:chgData name="Muhamed Fauzi Bin Abbas" userId="48df300c-2a3a-4ba0-838d-ab9d6a0b5da0" providerId="ADAL" clId="{C2E7A1FF-72BA-5960-B26D-B64B02785CAF}" dt="2026-09-24T08:32:52.303" v="136" actId="478"/>
          <ac:inkMkLst>
            <pc:docMk/>
            <pc:sldMk cId="4134660105" sldId="262"/>
            <ac:inkMk id="18" creationId="{B0871657-73BB-77AE-125A-FF1F533C6E44}"/>
          </ac:inkMkLst>
        </pc:inkChg>
        <pc:inkChg chg="add mod">
          <ac:chgData name="Muhamed Fauzi Bin Abbas" userId="48df300c-2a3a-4ba0-838d-ab9d6a0b5da0" providerId="ADAL" clId="{C2E7A1FF-72BA-5960-B26D-B64B02785CAF}" dt="2026-09-24T08:35:58.991" v="167" actId="1035"/>
          <ac:inkMkLst>
            <pc:docMk/>
            <pc:sldMk cId="4134660105" sldId="262"/>
            <ac:inkMk id="26" creationId="{C4E3A0C8-1D7B-5341-95AA-23480720FBA8}"/>
          </ac:inkMkLst>
        </pc:inkChg>
        <pc:inkChg chg="add del mod">
          <ac:chgData name="Muhamed Fauzi Bin Abbas" userId="48df300c-2a3a-4ba0-838d-ab9d6a0b5da0" providerId="ADAL" clId="{C2E7A1FF-72BA-5960-B26D-B64B02785CAF}" dt="2026-09-24T08:42:12.419" v="224" actId="478"/>
          <ac:inkMkLst>
            <pc:docMk/>
            <pc:sldMk cId="4134660105" sldId="262"/>
            <ac:inkMk id="36" creationId="{12972475-B900-54AC-2666-3F59060BA34A}"/>
          </ac:inkMkLst>
        </pc:inkChg>
        <pc:inkChg chg="add del mod">
          <ac:chgData name="Muhamed Fauzi Bin Abbas" userId="48df300c-2a3a-4ba0-838d-ab9d6a0b5da0" providerId="ADAL" clId="{C2E7A1FF-72BA-5960-B26D-B64B02785CAF}" dt="2026-09-24T08:42:14.288" v="225" actId="478"/>
          <ac:inkMkLst>
            <pc:docMk/>
            <pc:sldMk cId="4134660105" sldId="262"/>
            <ac:inkMk id="37" creationId="{2095C9F8-2E68-E8C5-570D-D24557229367}"/>
          </ac:inkMkLst>
        </pc:inkChg>
        <pc:inkChg chg="add del">
          <ac:chgData name="Muhamed Fauzi Bin Abbas" userId="48df300c-2a3a-4ba0-838d-ab9d6a0b5da0" providerId="ADAL" clId="{C2E7A1FF-72BA-5960-B26D-B64B02785CAF}" dt="2026-09-24T08:42:28.842" v="227" actId="478"/>
          <ac:inkMkLst>
            <pc:docMk/>
            <pc:sldMk cId="4134660105" sldId="262"/>
            <ac:inkMk id="38" creationId="{62542F48-E924-7804-3893-541D05BEB7CA}"/>
          </ac:inkMkLst>
        </pc:inkChg>
        <pc:inkChg chg="add">
          <ac:chgData name="Muhamed Fauzi Bin Abbas" userId="48df300c-2a3a-4ba0-838d-ab9d6a0b5da0" providerId="ADAL" clId="{C2E7A1FF-72BA-5960-B26D-B64B02785CAF}" dt="2026-09-24T08:42:39.045" v="230" actId="9405"/>
          <ac:inkMkLst>
            <pc:docMk/>
            <pc:sldMk cId="4134660105" sldId="262"/>
            <ac:inkMk id="39" creationId="{97978712-B70C-2DE9-777E-1583CE086B86}"/>
          </ac:inkMkLst>
        </pc:inkChg>
        <pc:inkChg chg="add">
          <ac:chgData name="Muhamed Fauzi Bin Abbas" userId="48df300c-2a3a-4ba0-838d-ab9d6a0b5da0" providerId="ADAL" clId="{C2E7A1FF-72BA-5960-B26D-B64B02785CAF}" dt="2026-09-24T08:42:46.133" v="231" actId="9405"/>
          <ac:inkMkLst>
            <pc:docMk/>
            <pc:sldMk cId="4134660105" sldId="262"/>
            <ac:inkMk id="40" creationId="{B6F15C8E-E675-1B24-2D06-E01285E6D38E}"/>
          </ac:inkMkLst>
        </pc:inkChg>
        <pc:cxnChg chg="add mod">
          <ac:chgData name="Muhamed Fauzi Bin Abbas" userId="48df300c-2a3a-4ba0-838d-ab9d6a0b5da0" providerId="ADAL" clId="{C2E7A1FF-72BA-5960-B26D-B64B02785CAF}" dt="2026-09-24T08:36:06.146" v="169" actId="14100"/>
          <ac:cxnSpMkLst>
            <pc:docMk/>
            <pc:sldMk cId="4134660105" sldId="262"/>
            <ac:cxnSpMk id="30" creationId="{B52DFD37-2A13-227E-2195-F0AEC7103674}"/>
          </ac:cxnSpMkLst>
        </pc:cxnChg>
        <pc:cxnChg chg="add mod">
          <ac:chgData name="Muhamed Fauzi Bin Abbas" userId="48df300c-2a3a-4ba0-838d-ab9d6a0b5da0" providerId="ADAL" clId="{C2E7A1FF-72BA-5960-B26D-B64B02785CAF}" dt="2026-09-24T08:45:13.007" v="361" actId="14100"/>
          <ac:cxnSpMkLst>
            <pc:docMk/>
            <pc:sldMk cId="4134660105" sldId="262"/>
            <ac:cxnSpMk id="42" creationId="{AEE5B6D0-B933-D018-0711-E009DC8EC136}"/>
          </ac:cxnSpMkLst>
        </pc:cxnChg>
      </pc:sldChg>
      <pc:sldChg chg="addSp delSp modSp add mod">
        <pc:chgData name="Muhamed Fauzi Bin Abbas" userId="48df300c-2a3a-4ba0-838d-ab9d6a0b5da0" providerId="ADAL" clId="{C2E7A1FF-72BA-5960-B26D-B64B02785CAF}" dt="2026-09-24T08:40:21.629" v="218" actId="9405"/>
        <pc:sldMkLst>
          <pc:docMk/>
          <pc:sldMk cId="539039952" sldId="263"/>
        </pc:sldMkLst>
        <pc:spChg chg="add del mod">
          <ac:chgData name="Muhamed Fauzi Bin Abbas" userId="48df300c-2a3a-4ba0-838d-ab9d6a0b5da0" providerId="ADAL" clId="{C2E7A1FF-72BA-5960-B26D-B64B02785CAF}" dt="2026-09-24T08:38:01.099" v="198"/>
          <ac:spMkLst>
            <pc:docMk/>
            <pc:sldMk cId="539039952" sldId="263"/>
            <ac:spMk id="3" creationId="{DE6A09BA-38F1-9E46-C9C1-3E40078D71D0}"/>
          </ac:spMkLst>
        </pc:spChg>
        <pc:spChg chg="del">
          <ac:chgData name="Muhamed Fauzi Bin Abbas" userId="48df300c-2a3a-4ba0-838d-ab9d6a0b5da0" providerId="ADAL" clId="{C2E7A1FF-72BA-5960-B26D-B64B02785CAF}" dt="2026-09-24T08:38:02.851" v="200" actId="478"/>
          <ac:spMkLst>
            <pc:docMk/>
            <pc:sldMk cId="539039952" sldId="263"/>
            <ac:spMk id="14" creationId="{A89797B9-DBCE-F0F0-94EC-4C6C5FC82C3F}"/>
          </ac:spMkLst>
        </pc:spChg>
        <pc:spChg chg="del">
          <ac:chgData name="Muhamed Fauzi Bin Abbas" userId="48df300c-2a3a-4ba0-838d-ab9d6a0b5da0" providerId="ADAL" clId="{C2E7A1FF-72BA-5960-B26D-B64B02785CAF}" dt="2026-09-24T08:37:32.027" v="180" actId="478"/>
          <ac:spMkLst>
            <pc:docMk/>
            <pc:sldMk cId="539039952" sldId="263"/>
            <ac:spMk id="19" creationId="{09F3AEC5-9525-4FA4-8685-EAE474AD4BA5}"/>
          </ac:spMkLst>
        </pc:spChg>
        <pc:spChg chg="del mod">
          <ac:chgData name="Muhamed Fauzi Bin Abbas" userId="48df300c-2a3a-4ba0-838d-ab9d6a0b5da0" providerId="ADAL" clId="{C2E7A1FF-72BA-5960-B26D-B64B02785CAF}" dt="2026-09-24T08:37:47.996" v="187" actId="478"/>
          <ac:spMkLst>
            <pc:docMk/>
            <pc:sldMk cId="539039952" sldId="263"/>
            <ac:spMk id="20" creationId="{011FA6D3-F4B6-763B-D545-A39D416F217B}"/>
          </ac:spMkLst>
        </pc:spChg>
        <pc:spChg chg="del">
          <ac:chgData name="Muhamed Fauzi Bin Abbas" userId="48df300c-2a3a-4ba0-838d-ab9d6a0b5da0" providerId="ADAL" clId="{C2E7A1FF-72BA-5960-B26D-B64B02785CAF}" dt="2026-09-24T08:37:32.027" v="180" actId="478"/>
          <ac:spMkLst>
            <pc:docMk/>
            <pc:sldMk cId="539039952" sldId="263"/>
            <ac:spMk id="23" creationId="{3CD37C89-5D19-BAC4-88EA-558502780B95}"/>
          </ac:spMkLst>
        </pc:spChg>
        <pc:spChg chg="del">
          <ac:chgData name="Muhamed Fauzi Bin Abbas" userId="48df300c-2a3a-4ba0-838d-ab9d6a0b5da0" providerId="ADAL" clId="{C2E7A1FF-72BA-5960-B26D-B64B02785CAF}" dt="2026-09-24T08:37:50.383" v="188" actId="478"/>
          <ac:spMkLst>
            <pc:docMk/>
            <pc:sldMk cId="539039952" sldId="263"/>
            <ac:spMk id="24" creationId="{2A27BA86-0613-9D2D-0C69-77E97F88B76F}"/>
          </ac:spMkLst>
        </pc:spChg>
        <pc:spChg chg="del mod">
          <ac:chgData name="Muhamed Fauzi Bin Abbas" userId="48df300c-2a3a-4ba0-838d-ab9d6a0b5da0" providerId="ADAL" clId="{C2E7A1FF-72BA-5960-B26D-B64B02785CAF}" dt="2026-09-24T08:37:56.962" v="192" actId="478"/>
          <ac:spMkLst>
            <pc:docMk/>
            <pc:sldMk cId="539039952" sldId="263"/>
            <ac:spMk id="25" creationId="{00D67163-0552-DEFF-47DB-049EC1A32CEA}"/>
          </ac:spMkLst>
        </pc:spChg>
        <pc:picChg chg="mod">
          <ac:chgData name="Muhamed Fauzi Bin Abbas" userId="48df300c-2a3a-4ba0-838d-ab9d6a0b5da0" providerId="ADAL" clId="{C2E7A1FF-72BA-5960-B26D-B64B02785CAF}" dt="2026-09-24T08:39:41.145" v="212" actId="1076"/>
          <ac:picMkLst>
            <pc:docMk/>
            <pc:sldMk cId="539039952" sldId="263"/>
            <ac:picMk id="2" creationId="{5D1C92F0-7171-32EF-3F78-11367D141EE5}"/>
          </ac:picMkLst>
        </pc:picChg>
        <pc:picChg chg="del">
          <ac:chgData name="Muhamed Fauzi Bin Abbas" userId="48df300c-2a3a-4ba0-838d-ab9d6a0b5da0" providerId="ADAL" clId="{C2E7A1FF-72BA-5960-B26D-B64B02785CAF}" dt="2026-09-24T08:37:32.027" v="180" actId="478"/>
          <ac:picMkLst>
            <pc:docMk/>
            <pc:sldMk cId="539039952" sldId="263"/>
            <ac:picMk id="4" creationId="{A4803C40-C78F-91BA-7E4A-AB0EF1337465}"/>
          </ac:picMkLst>
        </pc:picChg>
        <pc:picChg chg="del">
          <ac:chgData name="Muhamed Fauzi Bin Abbas" userId="48df300c-2a3a-4ba0-838d-ab9d6a0b5da0" providerId="ADAL" clId="{C2E7A1FF-72BA-5960-B26D-B64B02785CAF}" dt="2026-09-24T08:37:39.899" v="183" actId="478"/>
          <ac:picMkLst>
            <pc:docMk/>
            <pc:sldMk cId="539039952" sldId="263"/>
            <ac:picMk id="5" creationId="{6D783DB7-CCEF-C921-9778-AAD45772123F}"/>
          </ac:picMkLst>
        </pc:picChg>
        <pc:picChg chg="add mod">
          <ac:chgData name="Muhamed Fauzi Bin Abbas" userId="48df300c-2a3a-4ba0-838d-ab9d6a0b5da0" providerId="ADAL" clId="{C2E7A1FF-72BA-5960-B26D-B64B02785CAF}" dt="2026-09-24T08:39:37.804" v="211" actId="1076"/>
          <ac:picMkLst>
            <pc:docMk/>
            <pc:sldMk cId="539039952" sldId="263"/>
            <ac:picMk id="6" creationId="{67BD6BA2-7E65-149C-DC47-E69946DEFDCF}"/>
          </ac:picMkLst>
        </pc:picChg>
        <pc:inkChg chg="add">
          <ac:chgData name="Muhamed Fauzi Bin Abbas" userId="48df300c-2a3a-4ba0-838d-ab9d6a0b5da0" providerId="ADAL" clId="{C2E7A1FF-72BA-5960-B26D-B64B02785CAF}" dt="2026-09-24T08:39:49.129" v="213" actId="9405"/>
          <ac:inkMkLst>
            <pc:docMk/>
            <pc:sldMk cId="539039952" sldId="263"/>
            <ac:inkMk id="8" creationId="{B3194662-0B30-FC48-A4D7-031F01F1712D}"/>
          </ac:inkMkLst>
        </pc:inkChg>
        <pc:inkChg chg="add">
          <ac:chgData name="Muhamed Fauzi Bin Abbas" userId="48df300c-2a3a-4ba0-838d-ab9d6a0b5da0" providerId="ADAL" clId="{C2E7A1FF-72BA-5960-B26D-B64B02785CAF}" dt="2026-09-24T08:39:55.304" v="214" actId="9405"/>
          <ac:inkMkLst>
            <pc:docMk/>
            <pc:sldMk cId="539039952" sldId="263"/>
            <ac:inkMk id="9" creationId="{F9368518-A0DA-D2B9-33EF-CFBB9449C3DB}"/>
          </ac:inkMkLst>
        </pc:inkChg>
        <pc:inkChg chg="del">
          <ac:chgData name="Muhamed Fauzi Bin Abbas" userId="48df300c-2a3a-4ba0-838d-ab9d6a0b5da0" providerId="ADAL" clId="{C2E7A1FF-72BA-5960-B26D-B64B02785CAF}" dt="2026-09-24T08:37:59.324" v="194" actId="478"/>
          <ac:inkMkLst>
            <pc:docMk/>
            <pc:sldMk cId="539039952" sldId="263"/>
            <ac:inkMk id="10" creationId="{CD078FF7-1205-FCA5-2B1A-61D61EE8FBAC}"/>
          </ac:inkMkLst>
        </pc:inkChg>
        <pc:inkChg chg="del">
          <ac:chgData name="Muhamed Fauzi Bin Abbas" userId="48df300c-2a3a-4ba0-838d-ab9d6a0b5da0" providerId="ADAL" clId="{C2E7A1FF-72BA-5960-B26D-B64B02785CAF}" dt="2026-09-24T08:37:58.333" v="193" actId="478"/>
          <ac:inkMkLst>
            <pc:docMk/>
            <pc:sldMk cId="539039952" sldId="263"/>
            <ac:inkMk id="11" creationId="{C5568D79-C8BB-7A37-5801-F1E19D6CF9B4}"/>
          </ac:inkMkLst>
        </pc:inkChg>
        <pc:inkChg chg="del">
          <ac:chgData name="Muhamed Fauzi Bin Abbas" userId="48df300c-2a3a-4ba0-838d-ab9d6a0b5da0" providerId="ADAL" clId="{C2E7A1FF-72BA-5960-B26D-B64B02785CAF}" dt="2026-09-24T08:37:54.382" v="190" actId="478"/>
          <ac:inkMkLst>
            <pc:docMk/>
            <pc:sldMk cId="539039952" sldId="263"/>
            <ac:inkMk id="12" creationId="{4FC2F840-CB66-B8E5-F0A7-CF131BE72B7E}"/>
          </ac:inkMkLst>
        </pc:inkChg>
        <pc:inkChg chg="del">
          <ac:chgData name="Muhamed Fauzi Bin Abbas" userId="48df300c-2a3a-4ba0-838d-ab9d6a0b5da0" providerId="ADAL" clId="{C2E7A1FF-72BA-5960-B26D-B64B02785CAF}" dt="2026-09-24T08:37:52.880" v="189" actId="478"/>
          <ac:inkMkLst>
            <pc:docMk/>
            <pc:sldMk cId="539039952" sldId="263"/>
            <ac:inkMk id="13" creationId="{8159887D-0B5C-EE1F-DECC-E3A332A80D82}"/>
          </ac:inkMkLst>
        </pc:inkChg>
        <pc:inkChg chg="del">
          <ac:chgData name="Muhamed Fauzi Bin Abbas" userId="48df300c-2a3a-4ba0-838d-ab9d6a0b5da0" providerId="ADAL" clId="{C2E7A1FF-72BA-5960-B26D-B64B02785CAF}" dt="2026-09-24T08:38:01.009" v="196" actId="478"/>
          <ac:inkMkLst>
            <pc:docMk/>
            <pc:sldMk cId="539039952" sldId="263"/>
            <ac:inkMk id="15" creationId="{D364BF79-E8B6-5662-B6E9-C48FA3238070}"/>
          </ac:inkMkLst>
        </pc:inkChg>
        <pc:inkChg chg="del">
          <ac:chgData name="Muhamed Fauzi Bin Abbas" userId="48df300c-2a3a-4ba0-838d-ab9d6a0b5da0" providerId="ADAL" clId="{C2E7A1FF-72BA-5960-B26D-B64B02785CAF}" dt="2026-09-24T08:38:01.946" v="199" actId="478"/>
          <ac:inkMkLst>
            <pc:docMk/>
            <pc:sldMk cId="539039952" sldId="263"/>
            <ac:inkMk id="16" creationId="{7196713C-6FB9-B47A-7207-390080B5AC47}"/>
          </ac:inkMkLst>
        </pc:inkChg>
        <pc:inkChg chg="del">
          <ac:chgData name="Muhamed Fauzi Bin Abbas" userId="48df300c-2a3a-4ba0-838d-ab9d6a0b5da0" providerId="ADAL" clId="{C2E7A1FF-72BA-5960-B26D-B64B02785CAF}" dt="2026-09-24T08:37:44.815" v="185" actId="478"/>
          <ac:inkMkLst>
            <pc:docMk/>
            <pc:sldMk cId="539039952" sldId="263"/>
            <ac:inkMk id="17" creationId="{FB5C82A0-DC7E-2A00-AC5E-CD252CDD4D38}"/>
          </ac:inkMkLst>
        </pc:inkChg>
        <pc:inkChg chg="del">
          <ac:chgData name="Muhamed Fauzi Bin Abbas" userId="48df300c-2a3a-4ba0-838d-ab9d6a0b5da0" providerId="ADAL" clId="{C2E7A1FF-72BA-5960-B26D-B64B02785CAF}" dt="2026-09-24T08:37:32.027" v="180" actId="478"/>
          <ac:inkMkLst>
            <pc:docMk/>
            <pc:sldMk cId="539039952" sldId="263"/>
            <ac:inkMk id="18" creationId="{8203AA08-7E4B-DB45-967D-643CE322C3CB}"/>
          </ac:inkMkLst>
        </pc:inkChg>
        <pc:inkChg chg="del">
          <ac:chgData name="Muhamed Fauzi Bin Abbas" userId="48df300c-2a3a-4ba0-838d-ab9d6a0b5da0" providerId="ADAL" clId="{C2E7A1FF-72BA-5960-B26D-B64B02785CAF}" dt="2026-09-24T08:37:32.027" v="180" actId="478"/>
          <ac:inkMkLst>
            <pc:docMk/>
            <pc:sldMk cId="539039952" sldId="263"/>
            <ac:inkMk id="21" creationId="{74499D37-8D6A-7B7A-21F0-CC843F70D1AA}"/>
          </ac:inkMkLst>
        </pc:inkChg>
        <pc:inkChg chg="del">
          <ac:chgData name="Muhamed Fauzi Bin Abbas" userId="48df300c-2a3a-4ba0-838d-ab9d6a0b5da0" providerId="ADAL" clId="{C2E7A1FF-72BA-5960-B26D-B64B02785CAF}" dt="2026-09-24T08:37:43.414" v="184" actId="478"/>
          <ac:inkMkLst>
            <pc:docMk/>
            <pc:sldMk cId="539039952" sldId="263"/>
            <ac:inkMk id="22" creationId="{8A1765B9-FE23-C97C-F40C-6FE76446D753}"/>
          </ac:inkMkLst>
        </pc:inkChg>
        <pc:inkChg chg="add del">
          <ac:chgData name="Muhamed Fauzi Bin Abbas" userId="48df300c-2a3a-4ba0-838d-ab9d6a0b5da0" providerId="ADAL" clId="{C2E7A1FF-72BA-5960-B26D-B64B02785CAF}" dt="2026-09-24T08:40:05.347" v="216" actId="9405"/>
          <ac:inkMkLst>
            <pc:docMk/>
            <pc:sldMk cId="539039952" sldId="263"/>
            <ac:inkMk id="26" creationId="{C04F8F36-0496-FF27-26AC-49F281FB1A57}"/>
          </ac:inkMkLst>
        </pc:inkChg>
        <pc:inkChg chg="add">
          <ac:chgData name="Muhamed Fauzi Bin Abbas" userId="48df300c-2a3a-4ba0-838d-ab9d6a0b5da0" providerId="ADAL" clId="{C2E7A1FF-72BA-5960-B26D-B64B02785CAF}" dt="2026-09-24T08:40:11.217" v="217" actId="9405"/>
          <ac:inkMkLst>
            <pc:docMk/>
            <pc:sldMk cId="539039952" sldId="263"/>
            <ac:inkMk id="29" creationId="{B269628A-8DC5-6804-918A-E7FD90A2A8E5}"/>
          </ac:inkMkLst>
        </pc:inkChg>
        <pc:inkChg chg="add">
          <ac:chgData name="Muhamed Fauzi Bin Abbas" userId="48df300c-2a3a-4ba0-838d-ab9d6a0b5da0" providerId="ADAL" clId="{C2E7A1FF-72BA-5960-B26D-B64B02785CAF}" dt="2026-09-24T08:40:21.629" v="218" actId="9405"/>
          <ac:inkMkLst>
            <pc:docMk/>
            <pc:sldMk cId="539039952" sldId="263"/>
            <ac:inkMk id="30" creationId="{392F3DF4-1F16-8B3F-332F-D259D0D9EBCB}"/>
          </ac:inkMkLst>
        </pc:inkChg>
        <pc:cxnChg chg="del mod">
          <ac:chgData name="Muhamed Fauzi Bin Abbas" userId="48df300c-2a3a-4ba0-838d-ab9d6a0b5da0" providerId="ADAL" clId="{C2E7A1FF-72BA-5960-B26D-B64B02785CAF}" dt="2026-09-24T08:37:39.413" v="182" actId="478"/>
          <ac:cxnSpMkLst>
            <pc:docMk/>
            <pc:sldMk cId="539039952" sldId="263"/>
            <ac:cxnSpMk id="27" creationId="{43ACE357-69A2-A3D7-692C-994F6697DED2}"/>
          </ac:cxnSpMkLst>
        </pc:cxnChg>
        <pc:cxnChg chg="del mod">
          <ac:chgData name="Muhamed Fauzi Bin Abbas" userId="48df300c-2a3a-4ba0-838d-ab9d6a0b5da0" providerId="ADAL" clId="{C2E7A1FF-72BA-5960-B26D-B64B02785CAF}" dt="2026-09-24T08:37:36.378" v="181" actId="478"/>
          <ac:cxnSpMkLst>
            <pc:docMk/>
            <pc:sldMk cId="539039952" sldId="263"/>
            <ac:cxnSpMk id="28" creationId="{65F9D0B4-0804-6AAD-C2D8-204896B88EEE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25:23.0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26:11.786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1 1286 24575,'35'-2'0,"11"-6"0,16-6 0,18-8 0,10-3-1228,-41 11 1,2 0 1227,4-1 0,0-1 0,1-1 0,1 1 0,4-1 0,1 0 0,2 0 0,1 0 0,1 1 0,2 1 0,0 0 0,1-1 0,-2 1 0,2 0 0,28-2 0,0 0 0,-28 2 0,0 1 0,26-3 0,-1 0 0,-31 5 0,-3 0 0,8-2 0,1 1 0,0-1 0,0 1 0,4 0 0,0 1 0,0-2 0,0 1 0,1-1 0,0 0 0,0 1 0,-1-2 0,-2 0 0,0-1 0,0 1 0,0-1 0,0 2 0,0 0 0,-3 1 0,0-1 0,-1 1 0,-1 0 0,-2 1 0,0 0 0,-4 1 0,1 0 0,-1 2 0,-2 0 0,-5 3 0,-3-1 0,46-3-56,-4 1 56,3 0 0,-41 4 0,1-1 0,2 0 0,1-1 0,1 0 0,1-1 0,1 1 0,1-1 0,0 0 0,0-1 0,0-2 0,0 0 0,2-1 0,0-2 0,-1 0 0,-1-1 0,0 0 0,1 0 0,-2 0 0,1 1 0,-3 0 0,0 1 0,0 0 0,0 1 0,-1 0 0,0 2 0,0-1 0,3 0 0,20-3 0,1 1 0,-19 3 0,0 1-341,22-3 0,-1 1 341,-20 4 0,-1 0 0,7-1 0,2 1-278,-6 0 0,-2 0 278,-10 2 0,-4 1 1103,23-2-1103,-21 5 0,23 1 0,24 0-160,-41 0 0,2 0 160,1 0 0,0 0 0,-7-1 0,-1 2 0,0 0 0,-2 0 0,42 5 0,-11 0 938,3 4-938,-3-2 0,7 3 0,3 1 0,-10 3 0,3 2 0,-6-1 0,-4 0 0,-7-1 612,-3 1-612,-4-1 0,-1 2 0,1-1 1025,-2 1-1025,-3 3 391,-2 0-391,20 6 0,-20-5 0,22 4 0,-24-4 0,7 2 0,-3 1 0,0-3 0,0-1 0,-2-2 0,1 1 0,-2-2 0,-3 1 0,1-1 0,-1 0 0,-2 2 0,0 1 0,-5 1 0,1 4 0,0 0 0,-4 0 0,-1-1 0,0 1 0,1 0 0,4 1 0,1 2 0,-2-2 0,-1 0 0,0-1 0,-2 0 0,1 0 0,-2 0 0,-1-1 0,1 0 0,-4 1 0,-1-1 0,-3-1 0,-2-6 0,13 7 0,-10-8 0,10 5 0,-12-7 0,1 2 0,0-1 0,-1-2 0,4 2 0,0-1 0,0 0 0,0 1 0,-3-2 0,-1 0 0,1-1 0,-3-2 0,-1 0 0,-3 0 0,0-3 0,-1 0 0,-3-2 0,-2-1 0,-2 2 0,0 0 0,0-1 0,-2 1 0,0 1 0,-2-2 0,-1-1 0,0 1 0,-2-3 0,-1 2 0,1 0 0,-1 0 0,0 0 0,1-1 0,-1-1 0,3 1 0,-3-2 0,2 3 0,-3-4 0,2 0 0,-1 0 0,-1 1 0,-1 1 0,0 0 0,1 0 0,1-2 0,0 0 0,0 0 0,0 0 0,1 0 0,-1 0 0,0 0 0,0 0 0,0 0 0,0 0 0,-1 0 0,0 0 0,0 0 0,3 0 0,4 0 0,-2 0 0,3 0 0,-5 0 0,1 0 0,0 0 0,2 0 0,-2 0 0,0 0 0,2 0 0,-2 0 0,0 0 0,3 0 0,-4 0 0,4 0 0,-5 0 0,0 0 0,0 0 0,-1 0 0,1 0 0,-1 0 0,0 0 0,1 0 0,-1 0 0,0 0 0,1 0 0,-1 0 0,0 0 0,-3 0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26:17.460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1 1138 24575,'29'0'0,"27"0"0,-21 0 0,29 0 0,9 0 0,-3 0 0,24 0 0,-42 0 0,-3 0 0,27 0 0,18 0 0,-26-4 0,3-2 0,5 0 0,0-2 0,2 3 0,-4-1 0,0-3 0,-4 2 0,-4-2 0,-1 0 0,-5 0 0,0-1 0,0 2 0,-5-1 0,0 0 0,-2-2 0,-4 1 0,2 0 0,-1-1 0,-1 3 0,5-1 0,-1 0 0,-3 2 0,2-1 0,-3-1 0,0 3 0,0-3 0,-1 1 0,4 1 0,1-1 0,2 0 0,1 1 0,-1-1 0,3-1 0,16 1 0,-15-2 0,13 1 0,-20 1 0,4-1 0,0 0 0,3-2 0,1-1 0,0 0 0,-3 0 0,3 0 0,8 0 0,-3-1 0,4 1 0,8-1 0,-6 1 0,3-1 0,-4 1 0,-11 3 0,0 1 0,2 1 0,-2 0 0,2-1 0,5-1 0,-1 2 0,0-2 0,0 0 0,-4 2 0,0-2 0,-1 0 0,0 0 0,-3-3 0,-1 1 0,-3-3 0,-2-1 0,0 1 0,-3 1 0,13-2 0,-19 4 0,15-3 0,-21 4 0,4 2 0,-2 0 0,0 0 0,2-1 0,1-1 0,3-1 0,0 0 0,0-3 0,4 0 0,1-3 0,3 0 0,2-3 0,-2 0 0,-5 5 0,-7 4 0,-5 9 0,-3 2 0,6 0 0,1-2 0,0 0 0,9-1 0,2 1 0,6-1 0,-1-1 0,-3-1 0,-2-1 0,-1 0 0,-3 1 0,-5-1 0,-3 0 0,0 3 0,2-2 0,-3 2 0,17-5 0,-15 5 0,12-4 0,-16 5 0,5-3 0,1-1 0,0-1 0,-1 0 0,-1-1 0,-4 2 0,-1-2 0,-3 3 0,0 1 0,0 0 0,0 1 0,-1 0 0,0-2 0,3 2 0,0 1 0,-3-2 0,1 2 0,-2-2 0,3-3 0,4 1 0,0-1 0,1 1 0,1 2 0,0-1 0,-3 2 0,2 0 0,-3 0 0,1 3 0,2 0 0,-3 0 0,1-1 0,0 1 0,2 0 0,18 0 0,-13 0 0,15 0 0,-19 0 0,5 0 0,-2 0 0,0 0 0,-2-2 0,-1 0 0,-3-3 0,-4 1 0,0 1 0,0 0 0,3 3 0,4 0 0,14 0 0,9 0 0,3 0 0,-2 2 0,-14 3 0,-4 4 0,-4 1 0,-5-1 0,0 1 0,3-1 0,4-1 0,4 0 0,-1 0 0,-1 1 0,1 1 0,-1 1 0,-3-1 0,1 1 0,-6 0 0,-3-1 0,-5 0 0,-2 0 0,-2 0 0,-2-1 0,-2 0 0,10 4 0,-11-4 0,9 3 0,-12-4 0,4 1 0,1 0 0,1 1 0,-1-1 0,-2 0 0,0 1 0,0-1 0,0 0 0,-1 1 0,1 1 0,0 0 0,-1 1 0,0-1 0,3 1 0,0-1 0,-2 0 0,0 1 0,-4-2 0,1 0 0,0 3 0,0-2 0,1 1 0,-1 2 0,2-2 0,1 1 0,-1 1 0,1 0 0,0 0 0,-1 0 0,1 2 0,-1 0 0,3 3 0,0-1 0,8 7 0,-6-6 0,5 5 0,-6-7 0,0 0 0,-1-1 0,1 1 0,-2-2 0,2 2 0,-2-1 0,-3-1 0,2 0 0,-2-2 0,-1-1 0,0 2 0,0-1 0,-3-1 0,3 0 0,-1-1 0,-3 0 0,2-2 0,-3-2 0,1 3 0,2 0 0,2 2 0,1-1 0,2-1 0,1-1 0,2 1 0,0-1 0,2 1 0,-2 0 0,0-1 0,1 1 0,-1-1 0,0 1 0,1-1 0,4 2 0,-6-4 0,5 3 0,-9-4 0,1 0 0,0 1 0,0-1 0,3 0 0,1-1 0,-1-1 0,1-1 0,-3-1 0,-1 0 0,4-1 0,-1-1 0,1 0 0,1 0 0,-2 0 0,0 0 0,0 0 0,-3 0 0,0 0 0,1 0 0,0 0 0,2 0 0,1 0 0,-1 0 0,3 0 0,-2 0 0,0 0 0,-1 0 0,-2 0 0,0 0 0,0 0 0,-1 0 0,0 0 0,0 0 0,6 0 0,-7 0 0,4 0 0,-8 0 0,1-2 0,2 0 0,-3 0 0,1 0 0,-1 0 0,-1 0 0,-1-1 0,-2 1 0,-1 2 0,1 0 0,-1-2 0,0 0 0,0-1 0,-1 2 0,0 1 0,1-2 0,-1 0 0,1 0 0,1 0 0,-1 0 0,0-1 0,0 1 0,1 0 0,-1 2 0,0 0 0,0 0 0,-2-2 0,-1 0 0,0 0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26:21.144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0 1 24575,'43'0'0,"3"0"0,5 0 0,2 0 0,5 0 0,-5 0 0,2 0 0,19 0 0,-14 0 0,0 0 0,8 2 0,22 7-716,-1 7 716,5 9 0,-2 9 0,-10 9 0,-38-17 0,-1 2 0,2 3 0,-1 1 0,5 2 0,-1 0 0,2 3 0,-1 1 0,0 0 0,0 0 0,-1 0 0,0-1 0,-7-3 0,-1-2 0,31 25 0,0 2 0,-3-3 0,2 6 0,3 3 0,-13-7 0,1 4 0,1 3 0,-6-4 0,-2 1 0,2 6 0,-10-7 0,3 5 0,-1-3 0,-3-5 66,5 6-66,-3-2 0,-14-20 0,0 1 0,10 15 0,17 20 0,-16-20 0,3 2 0,4 5 0,3 2 0,-1 0 0,0 1 0,3 4 0,2 0 0,0-2 0,-1 0 0,-6-8 0,-2 2 0,-2 2 0,0 1 0,-3-5 0,-2-5 0,0 0 0,-3-3 0,5 7 0,-1 6 0,3-2 0,-1 3 0,-4-7 0,1-3 0,1 0 0,-6-9 537,-13-10-537,-7-8 113,-5 1-113,6 6 0,20 40 0,-6-9 0,7 21 0,-17-32 0,-1 0 0,-6-19 0,1 6 0,-4-15 0,0 1 0,1 0 0,0-3 0,1 0 0,-1 0 0,2-2 0,-1-2 0,0-2 0,0 0 0,-1 0 0,0 0 0,-1-2 0,2-3 0,-1-2 0,-1-1 0,1-1 0,-2 2 0,3 1 0,2 2 0,0 2 0,5 2 0,1 1 0,0 0 0,0 2 0,0 0 0,1 3 0,0-3 0,3 1 0,-3 0 0,-3-4 0,-1 0 0,-3-4 0,0 0 0,8 2 0,-6-3 0,6 3 0,-8-2 0,3 3 0,-1 0 0,4 1 0,-2 0 0,-1 0 0,0-2 0,-2-1 0,2-4 0,-3-1 0,1 0 0,-1 0 0,-2 0 0,1-1 0,0 0 0,-2-3 0,-1 0 0,-2-3 0,0 2 0,2 2 0,1 0 0,1 0 0,-1-2 0,1 1 0,1-1 0,0 0 0,0 0 0,1 0 0,0 0 0,3 0 0,-1 0 0,0 0 0,0 0 0,7 3 0,-8-3 0,7 1 0,-8-4 0,2 1 0,-2-2 0,0 0 0,-2-2 0,0-1 0,0 1 0,-3-1 0,0 0 0,0-1 0,0-1 0,0 0 0,0 0 0,-3 0 0,0 0 0,3 0 0,-1 0 0,-1 0 0,2 0 0,-1 0 0,0 0 0,1 0 0,-3 0 0,1 0 0,0 0 0,1 0 0,1 0 0,0 0 0,0 0 0,-3 0 0,1 0 0,-1 0 0,0 0 0,1 0 0,2 0 0,-3 0 0,2 0 0,-2 0 0,1 0 0,-5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26:25.002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1 0 24575,'46'0'0,"-1"2"0,1 6 0,1 3 0,2 5 0,19 12 0,-13-6 0,11 10 0,-23-12 0,-1 1 0,-5 1 0,0 2 0,2 2 0,-1 1 0,-1 3 0,0 1 0,0 0 0,-3-1 0,-1 0 0,0 1 0,1 2 0,3 1 0,0 0 0,0 3 0,0 0 0,-3 2 0,10 14 0,-10-14 0,10 12 0,-12-15 0,5 5 0,3 2 0,8 8 0,-1 2 0,2 0 0,0-1 0,-3-3 0,10 8 0,0 1 0,3 7 0,-4-6 0,-8-6 0,2 1 0,-1 2 0,6 7 0,-4-1 0,-3-4 0,-1-3 0,3 4 0,3 4 0,0 2 0,-2 0-530,8 8 530,1 2 0,-4-3 0,-2-3 0,-10-8 0,1-1 0,-1-2 0,-3-4 0,-2-3 0,-6-5 0,-4-5 530,6 8-530,-14-16 0,7 10 0,-14-17 0,2 4 0,-2-3 0,-1 1 0,-1-1 0,-1 4 0,3 3 0,0 2 0,0 1 0,2 1 0,2 3 0,0-3 0,1 2 0,1 0 0,0 0 0,4 1 0,0-4 0,1 2 0,3 1 0,2 5 0,7 3 0,1 2 0,1-3 0,2 1 0,-1-1 0,0-2 0,-1 0 0,-3-4 0,-3-4 0,-2-6 0,-4-5 0,-6-6 0,-2-6 0,-6-4 0,-1 2 0,6 10 0,5 11 0,18 23 0,2 5 0,-1 3 0,-1-5 0,-11-16 0,3-2 0,-5-7 0,-2-2 0,0-2 0,-1-2 0,-1-3 0,1-2 0,-2-2 0,-1-2 0,2-1 0,-3-1 0,-1-1 0,1 0 0,-1 1 0,4 0 0,0-1 0,0 1 0,-2 0 0,1-1 0,0 1 0,-1-3 0,1 1 0,-3-1 0,-1-2 0,1 1 0,0-1 0,-1 0 0,0 0 0,6 3 0,-6-4 0,5 3 0,-5-6 0,3 3 0,2 1 0,1 0 0,1-1 0,2 0 0,-2 0 0,0 1 0,-1 1 0,-2-2 0,0-1 0,-1 0 0,-2-1 0,2 0 0,0 0 0,0 0 0,-1 0 0,-2-1 0,1 0 0,2 0 0,1 1 0,2-1 0,0-1 0,0-2 0,1-1 0,-3 0 0,2 0 0,-2 2 0,3-2 0,-1 1 0,-2-3 0,2 3 0,-3 0 0,1-1 0,4 2 0,-8-1 0,4 0 0,-8-1 0,1-1 0,0 1 0,0-2 0,-1 1 0,0 0 0,-1 0 0,1 0 0,1 1 0,-1-2 0,2 1 0,0-1 0,0-2 0,2 0 0,0 0 0,-2 0 0,-3 0 0,0 0 0,0 0 0,2 0 0,0 0 0,1 0 0,-1 0 0,-2 0 0,-2 0 0,0 0 0,1 0 0,-1 0 0,-1 0 0,1 0 0,0 0 0,0 0 0,0 0 0,-3 0 0,3 0 0,-3 0 0,3 0 0,-4 0 0,1 0 0,1 0 0,-1 0 0,1 0 0,-3-2 0,0 0 0,-1-2 0,0 1 0,1-1 0,-2 2 0,-2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27:30.481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1 1478 24575,'54'-5'0,"0"2"0,38 3 0,-18 0 0,-7-2 0,0-1 0,17 0 0,-33-2 0,-2 0 0,24-5 0,7-2 0,9-1 0,-8 0 0,14-1 0,-14 1 0,7-3-613,8-5 613,-18 1 0,11-3 0,-37 5 0,-1 1 0,27-10 0,-26 7 0,-1-2 0,8-6 151,7-7-151,-7 0 0,0-4 0,-3-3 0,-3-3 0,-3 2 462,-4 1-462,-5 4 0,-2 0 0,-5 0 0,-2 1 0,-5 5 0,-5 5 0,-3 0 0,-2 4 0,-2 0 0,-1 1 0,-1 0 0,2-3 0,1 1 0,-1-1 0,0 0 0,-1 0 0,-1 2 0,0 2 0,-2 2 0,-3 4 0,-1-1 0,-2 2 0,-1 3 0,1 0 0,-1 3 0,0-4 0,-1 2 0,1-4 0,-1 5 0,1-2 0,0 0 0,0-1 0,0 2 0,0 1 0,1 0 0,-1 0 0,0 2 0,0 1 0,0 2 0,1 0 0,-3-2 0,1 1 0,0 0 0,1 0 0,1-1 0,1-1 0,0-1 0,2-1 0,0 1 0,-2 0 0,0-1 0,1 1 0,-1-1 0,2 1 0,0 2 0,-1-2 0,0 5 0,-1-2 0,-1 3 0,1 0 0,-1-1 0,1-1 0,0-1 0,-1-1 0,1 2 0,0 0 0,-4 1 0,2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27:37.4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1340 24575,'22'0'0,"1"0"0,-3 0 0,1 0 0,-3 2 0,1 2 0,6 5 0,-7-2 0,4 1 0,-8-6 0,1 2 0,-1-2 0,2 3 0,-2-1 0,-1 1 0,3-1 0,-2-1 0,1 1 0,1-1 0,-2-1 0,2 0 0,-1 0 0,1 1 0,2-1 0,-2 0 0,0-2 0,-1 0 0,3 0 0,2 0 0,3 0 0,1 0 0,1 0 0,2 0 0,-1-2 0,1-2 0,0-5 0,2-3 0,1-3 0,-2-2 0,-1 1 0,0 0 0,0-1 0,7-7 0,-8 5 0,3-6 0,-10 10 0,0-1 0,0 0 0,0 1 0,0-1 0,-1 0 0,1-1 0,-1-1 0,3-1 0,1 0 0,0 0 0,2-1 0,-2 1 0,-1 1 0,-1-1 0,-2 3 0,0 2 0,0 2 0,0 0 0,1-1 0,0 0 0,0-1 0,0-1 0,2-1 0,1-1 0,-1 0 0,1 1 0,-3-1 0,-2 1 0,-1-1 0,0 1 0,0 0 0,2 2 0,-2-2 0,6 0 0,-9 3 0,7-3 0,-8 5 0,1 0 0,1 2 0,-1 0 0,1 0 0,-1 0 0,1-2 0,0-1 0,0 0 0,-3 1 0,2 2 0,-2 1 0,0-1 0,2 0 0,-2-1 0,0-1 0,1 1 0,-3 1 0,2 1 0,0 0 0,1-1 0,-1 0 0,0 2 0,0-1 0,0 0 0,2 1 0,-1-4 0,2 1 0,-1-1 0,1-2 0,2 1 0,0 0 0,2-1 0,6-2 0,-7 1 0,7-2 0,-8 6 0,0 0 0,0 1 0,-2-1 0,0 1 0,1 0 0,0 0 0,0 0 0,-1 0 0,-1 0 0,3 0 0,-2 0 0,-1 0 0,0 1 0,-2-1 0,0 1 0,0 0 0,-2 2 0,0 1 0,1 1 0,-1-1 0,0 1 0,-1 0 0,0-1 0,1 3 0,-1-2 0,1-1 0,-1 1 0,0-2 0,1 2 0,-1 1 0,0 0 0,2 0 0,4-3 0,-3 3 0,3-2 0,-4 3 0,0 0 0,1-2 0,-1 2 0,2-2 0,1-1 0,0 3 0,-2-2 0,2 1 0,-1 1 0,-1-2 0,-1 2 0,-1 0 0,-1 0 0,0 2 0,0 0 0,-1 0 0,1 0 0,-1 0 0,1 0 0,0-2 0,-3 2 0,-2-2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28:23.1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2466 3678 24575,'-21'0'0,"-6"0"0,6-2 0,-4 0 0,1-4 0,0-2 0,1-1 0,0-2 0,5 2 0,-4-1 0,1-1 0,-4-2 0,1-1 0,2-2 0,-2 1 0,2-1 0,0 0 0,1 0 0,-3-4 0,8 4 0,-6-1 0,9 3 0,-1 0 0,-2-1 0,2-1 0,0 0 0,0-3 0,0 1 0,0-3 0,-1-1 0,1 0 0,0 1 0,-3 0 0,1-1 0,-3 0 0,0 2 0,-1 1 0,0 3 0,-1-3 0,-1-1 0,0-2 0,-5-3 0,-1-1 0,-4-3 0,-1-4 0,-1-3 0,0-4 0,-1-3 0,-1-2 0,0-2 0,0-2 0,0 1 0,0 1 0,1 3 0,4 5 0,-10-13 0,14 17 0,-10-15 0,13 16 0,-1-6 0,-1-1 0,-1-1 0,1 0 0,-2 3 0,1-1 0,1 2 0,-1 1 0,2 0 0,1 1 0,0 1 0,3-1 0,2-1 0,1-3 0,2 2 0,1 1 0,-1 2 0,1 1 0,-3-3 0,-2 2 0,-1 0 0,0 2 0,2 2 0,1 2 0,1 1 0,1 0 0,-1 0 0,1-2 0,3-1 0,-2-3 0,1 0 0,-2-2 0,1 0 0,-2-8 0,3 11 0,-1-6 0,3 12 0,0-2 0,3-2 0,1 1 0,0-1 0,0 0 0,-2 1 0,2-1 0,-1 2 0,-1 2 0,0 2 0,-2 0 0,0 1 0,1 2 0,-1 1 0,2 5 0,2-1 0,0-2 0,-1-2 0,0-2 0,-1-1 0,2-1 0,0 2 0,3 2 0,0 1 0,0 1 0,0 0 0,-1 1 0,0-1 0,0 0 0,1 0 0,0 1 0,-1 0 0,1 0 0,-4-7 0,6 7 0,-3-5 0,4 6 0,-2-1 0,-2 0 0,1 1 0,-1 1 0,1 0 0,0 1 0,0-1 0,3 3 0,-2 1 0,1 1 0,1 2 0,0 1 0,0 0 0,0 0 0,0 4 0,0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28:26.5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3467 2452 24575,'-27'-41'0,"-2"2"0,-11-4 0,1 6 0,-2 0 0,-18-17 0,12 12 0,1 1 0,-11-5 0,-2-1 0,7 9 0,-2 1 0,0 0 0,-3 1 0,0 0 0,0-1 0,-1 3 0,1 1 0,-1 3 0,-2 2 0,-3 1 0,-1 0 0,1 2 0,-21-8 0,23 7 0,-20-5 0,27 7 0,-2-1 0,3 2 0,0-1 0,0 1 0,3 0 0,1 0 0,4 3 0,0 0 0,3 1 0,1 2 0,0-1 0,0-1 0,1 2 0,1-1 0,-1 2 0,6 2 0,-1-1 0,2 1 0,0 0 0,-5-2 0,-1 2 0,-3-3 0,1 1 0,0-1 0,2 1 0,4 0 0,0 0 0,4 3 0,-1-2 0,4 2 0,1-2 0,2-2 0,1 0 0,-7-7 0,7 7 0,-7-5 0,7 9 0,-3-3 0,-2-1 0,1 1 0,0-2 0,0 1 0,3-1 0,-3 1 0,3 0 0,3 0 0,-2 0 0,2-2 0,0 2 0,1 1 0,3 1 0,0-1 0,1-2 0,1 0 0,2-1 0,-1 0 0,1 0 0,-1-2 0,1-1 0,1 1 0,1-1 0,2 3 0,2 0 0,1 0 0,1-3 0,1 1 0,1-4 0,1 1 0,1 0 0,2 0 0,-1-9 0,-1 11 0,-1-9 0,0 13 0,0-2 0,0 2 0,-1 3 0,1 2 0,-1 3 0,0 3 0,0 1 0,1 3 0,1-1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29:26.7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651 2652 24575,'-3'-43'0,"-4"-6"0,-7-8 0,-9-13 0,-6-4 0,1 1 0,-1-3 0,5 10 0,-1 4 0,3-5 0,2 4 0,-8-28 0,12 28 0,-10-21 0,12 29 0,-1-7 0,1-2 0,-1 0 0,-1 3 0,-1 3 0,0 7 0,2 5 0,2 7 0,2 6 0,-1 5 0,2 6 0,0 3 0,2 1 0,1-1 0,-2 2 0,3-2 0,-1-1 0,1-1 0,1-4 0,-2 1 0,2 0 0,0-1 0,0 3 0,0 0 0,-1 2 0,0 1 0,0 0 0,1 0 0,0 0 0,0-2 0,3-1 0,-2 1 0,1-11 0,0 13 0,1-10 0,1 13 0,-1-2 0,-1 0 0,1 1 0,2 0 0,-2 1 0,-1 0 0,1-2 0,-2-1 0,1 0 0,-2-2 0,-2-1 0,2-2 0,0 0 0,1 2 0,1 2 0,1 2 0,0 0 0,2-1 0,0 0 0,0 0 0,0 0 0,0 2 0,0 1 0,0 2 0,0 0 0,0 0 0,0 2 0,0-1 0,0 2 0,0-1 0,0 2 0,0 1 0,0 1 0,0-3 0,0 3 0,0-3 0,0 3 0,0 3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29:29.1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209 2801 24575,'0'-25'0,"0"-3"0,0-12 0,0-2 0,-2-22 0,-2-29 0,-1 24 0,0 18 0,1 1 0,-3-14 0,-2-11 0,3 8 0,-4-1 0,0 4 0,-2 7 0,1 2 0,5 13 0,-1 5 0,5 0 0,-1-2 0,1-4 0,1-1 0,0 0 0,1-1 0,0 3 0,0 1 0,0 2 0,-2 4 0,-1 3 0,0 4 0,1 3 0,-1 0 0,1-2 0,-1 0 0,-4-13 0,6 9 0,-5-11 0,3 12 0,1-3 0,0 2 0,-1 0 0,0 0 0,0 0 0,1 3 0,2 0 0,-1 0 0,1 2 0,0-1 0,0 0 0,0 2 0,0-2 0,0 3 0,0 0 0,0 2 0,0 1 0,0 1 0,0-1 0,0-2 0,0-2 0,0 0 0,0 0 0,-2 1 0,0-1 0,-1-2 0,1-4 0,2-3 0,-3-3 0,0-3 0,0 2 0,1-2 0,1 3 0,0-1 0,-1 9 0,-2 1 0,0 11 0,1 2 0,-1 4 0,1 2 0,-1 3 0,2 3 0,0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25:23.0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39:49.1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39:55.3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780 3303 24575,'-26'-33'0,"-13"-16"0,-1 4 0,-2-1 0,-18-25 0,16 23 0,2 3 0,-3-6 0,2 4 0,-6-11 0,-5-7 0,2 1 0,0-6 0,10 11 0,8 4 0,7 3 0,5 3 0,4 5 0,2 0 0,5 4 0,2 1 0,3 0 0,2 3 0,2-15 0,2 18 0,0-16 0,0 18 0,0-4 0,0 0 0,0-1 0,0-3 0,2-3 0,5-4 0,9-1 0,14-9 0,5 1 0,7-4 0,3 0 0,0 4 0,10-4 0,0 4 0,-1 1 0,-4 9 0,-4 4 0,3 0 0,4-1 0,5-4 0,4-3 0,-2 0 0,-2 1 0,1-1 0,-3 3 0,2 2 0,0 2 0,8-4 0,6-3 0,5 0-531,4 1 531,-1 7 0,9 3 0,-28 12 0,0 1 0,-11 6 0,0 0 0,13-7 0,0 0 0,-14 7 0,0 1 0,5-2 0,1 0 0,3 0 0,0 1-493,3 1 0,0 0 493,0 1 0,1 2 0,0 0 0,0 1 0,0 2 0,0 0 0,0 1 0,0 1 0,0 1 0,0 2 0,0 0 0,0 1 0,1 2 0,-1 0 0,0 1 0,-1 1 0,1 0 0,-1 1 0,0 0 0,0 2 0,-1-2 0,0 1 0,-2 0 0,-2 0 0,44 0 0,-6 0-518,-5 0 518,3 3 0,2 2 0,4 7 0,-48-3 0,0 1 0,1 2 0,0 0 0,4 2 0,-1 0 0,-3 0 0,0 0 0,-1 2 0,0 0 0,-1 0 0,0 0 0,2 2 0,0 0 0,41 17 0,-41-15 0,0 0 0,41 20 0,-44-18 0,0 0 0,-2-2 0,2 1 0,16 7 0,-2 1 0,19 7 0,-28-11 0,-2 0 0,8 8 0,6 6 0,14 7 0,-2-2 0,-5-3 0,-1 2 0,-11-3-59,2 4 59,0 4 0,0-2 0,-3 2 0,11 6 0,-6-6 0,9 7-1124,7 0 1124,-13-9 0,4 0 597,-3-7-597,3 0 0,16 8 0,-2-2 0,-38-23 0,0 1 0,3 0 0,0 0 0,-4-3 0,1 0 0,5 4 0,1-1 0,36 15 0,-4-4 0,2-4 0,-15-12 0,1-1 502,-14-7-502,-11-1 59,-7-1-59,-1 7 0,9 5 0,-2 3 0,1 0 0,18 9 0,-13-6 0,0-1 0,4 3 1722,7 5-1722,-4-2 338,-3 0-338,-4 0 0,0 0 0,-4-1 0,1 4 0,-1 0 0,4 1 0,1-1 0,0 3 0,1 1 0,-2 3 0,2-2 0,0 0 0,-7-2 0,0 1 0,-2 0 0,5 2 0,6 4 0,-2-2 0,4 3 0,-3-1 0,0 1 0,-2 2 0,-6-3 0,-1 3 0,-3-4 0,-1 0 0,0 3 0,0-2 0,0 1 0,0 1 0,14 17 0,-15-17 0,13 15 0,-16-21 0,3 3 0,1 3 0,2-1 0,-1-1 0,0 1 0,3-3 0,1 1 0,2-1 0,0 0 0,1 1 0,2-2 0,0 0 0,2-1 0,4 0 0,-6-3 0,1-1 0,0-1 0,-2-4 0,5 2 0,2-1 0,-3-3 0,3-4 0,-1-2 0,1-4 0,0-2 0,0-2 0,4-1 0,2-1 0,3 0 0,2-1 0,-3-2 0,0-3 0,27-4 0,-29-1 0,27 1 0,-33 0 0,6 0 0,2 0 0,1 1 0,0-1 0,-1 0 0,-3-2 0,0-1 0,-1 0 0,-3 0 0,0 0 0,-1 0 0,-4 0 0,-1-2 0,-5-4 0,-4-3 0,-4-3 0,-2 0 0,-2-2 0,-2-3 0,1-2 0,-3-1 0,0-2 0,-3-1 0,-3-1 0,-3-2 0,-2-2 0,-3-1 0,-2-3 0,-3-3 0,-3-1 0,0 0 0,0 1 0,-1 0 0,3-11 0,-6 12 0,1-9 0,-6 18 0,1-1 0,-1 3 0,-2 0 0,1 2 0,-1 1 0,0 0 0,0 0 0,0 1 0,0-1 0,0 2 0,0 2 0,0-1 0,0 0 0,0 1 0,0 2 0,0 4 0,0 0 0,0 1 0,0-2 0,0 0 0,0 2 0,0 0 0,0-1 0,0 1 0,0 1 0,0-1 0,0 0 0,0 0 0,0 0 0,0 0 0,0 0 0,0 0 0,0 1 0,-4-4 0,1 3 0,-3-2 0,3 3 0,-1 0 0,1-1 0,-1 0 0,1 0 0,1 0 0,-1 0 0,1 0 0,0 0 0,-2 0 0,-1 0 0,3 1 0,-2-1 0,-1 0 0,0 0 0,-1 1 0,1 0 0,-1 0 0,-2 1 0,1-1 0,-2 0 0,0-1 0,0 0 0,0 0 0,0-2 0,2-1 0,0 1 0,0-1 0,2 3 0,-2 0 0,1 0 0,-1 0 0,0 1 0,1-1 0,-2 1 0,3 0 0,-3 1 0,5 1 0,-2-1 0,1 0 0,0 0 0,-1-1 0,0-1 0,3 0 0,0 1 0,2-1 0,-1 1 0,0 1 0,-1-1 0,0 0 0,0 0 0,1-2 0,1-2 0,-2-1 0,0-1 0,-3 2 0,1 0 0,1 3 0,-1 0 0,1 0 0,1 0 0,-1 3 0,3 2 0,-2 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40:11.2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0 548 24575,'25'-6'0,"19"-4"0,-18 0 0,17-4 0,-4-4 0,-9 6 0,19-9 0,-16 6 0,8-5 0,8 0 0,-2 3 0,4-1 0,2 0 0,8-7 0,10-2 0,5 0 0,4-1 0,-5 4-552,14-4 552,6 2 0,-46 13 0,0 1 0,47-10 0,-4 0 0,0 1 0,6 2 0,-46 10 0,1 0 0,41-2 0,-5 0 0,-29 7 0,0 1 0,29-1 0,-22 2 0,1 1 0,27 1 0,-41 0 0,-1 0 0,-1 0 0,-2 0 0,2 0 0,-1 0 0,0 0 0,1 0 0,1 0 0,0 0 0,2 1 0,1 1 0,1 2 0,-1 1 0,3 3 0,-1 2 0,2 2 0,-1 2-607,3 2 1,1 1 606,5 1 0,0 0 0,1 2 0,2 0 0,3 2 0,1 0-1639,3 1 1,0 0 1598,-4-1 0,1 1 40,1-1 0,1 1-797,1-1 1,1 0 796,2 3 0,1 0 0,7 2 0,0 1 0,1 1 0,-1 1 0,-4 0 0,1 0 0,-2 0 0,1 0 0,-6 0 0,0-1 0,-2-1 0,-2-1-159,-8-3 1,-2-1 158,-7-3 0,-3-1 0,-2-1 0,-1-2 319,-4 0 0,-1-1-319,3 1 0,-2 0 0,40 12 0,-12-5 3079,-22-6-3079,-14-9 1987,2-2-1987,-12 4 994,21 10-994,25 29 0,-22-11 0,-12-10 0,0 0 334,7 6-334,4 6 0,-3 0 0,-2 1 0,-2 2 0,1-3 0,4 4 0,-1 0 0,0-3 0,-1 2 0,0-3 0,2-1 0,-3-3 0,-2-2 0,1 1 0,6 7 0,8 5 0,-2 0 0,0 1 0,-3-2 0,1 3 0,5 3 0,-3 0 0,1 1 0,-1-1 0,-3 0 0,2 1 0,-3-5 0,-1-1 0,2 0 0,20 12 0,-12-10 0,-19-18 0,1-1 0,16 9 0,9 2 0,-6-5 0,1-1 0,5-2 0,-2-3 0,-5-8 0,-12-6 0,-1 2 0,10 7 0,-14-2 0,4 3 0,7 3 0,1 2-494,-2-1 1,1 1 493,2 2 0,-2-1 0,-11-7 0,-3 0-160,1 1 0,-1 0 160,0 1 0,-2-1 0,29 19 0,1 1 0,-4-1 0,-7-7 0,-6-2 0,-1 0 0,1-5 0,6 2 970,-2-1-970,0-1 337,0 0-337,1 1 0,2-1 0,2-1 0,-1-2 0,0-2 0,5 0 0,0-1 0,-1 1 0,-2-4 0,-7-1 0,28 1 0,-28-7 0,27 4 0,-30-8 0,7-1 0,3-3 0,2-3 0,4-3 0,1 0 0,-3-1 0,2 0 0,-2 0 0,0 0 0,-2 0 0,-3 0 0,-2 0 0,-1 0 0,-3-3 0,-8-1 0,-4-4 0,-3-4 0,0-2 0,3-3 0,-2-2 0,0 2 0,-3-1 0,-3 1 0,2 0 0,-3 0 0,-1 1 0,0-3 0,-4 2 0,1-2 0,-1 1 0,-3-1 0,-2-1 0,5-6 0,-10 8 0,5-5 0,-10 8 0,2-2 0,0-2 0,1 0 0,-1 0 0,-1-1 0,-1 0 0,-2 1 0,0-1 0,0 0 0,0 0 0,0-2 0,0-4 0,0 0 0,-2-1 0,-1-1 0,-3 2 0,0-1 0,0 0 0,0 1 0,1-2 0,-2 0 0,0 0 0,-2-1 0,-2 1 0,-2 0 0,-2 0 0,1 2 0,-1 0 0,0-1 0,0 4 0,0 1 0,0 5 0,0-6 0,0 9 0,0-7 0,0 7 0,0-1 0,0-1 0,0 0 0,-2-1 0,-1-2 0,-1-1 0,-2 3 0,0 0 0,0 0 0,-1 2 0,0-2 0,-3 0 0,1 0 0,-1-2 0,1 0 0,0 2 0,1-1 0,-1-1 0,1-1 0,-2-1 0,0 0 0,0 1 0,0-2 0,0-1 0,-3-3 0,0 0 0,0 0 0,0-2 0,1 1 0,-2-2 0,1 3 0,1 1 0,2 0 0,-3 0 0,4 5 0,-3 1 0,5 5 0,0-1 0,1 1 0,-2-2 0,1 1 0,0-2 0,1 1 0,1 0 0,-1 2 0,1 2 0,-2 3 0,3 0 0,-1 0 0,-1 0 0,1 0 0,1 1 0,1-1 0,1-1 0,-2 0 0,0-2 0,-1 0 0,1 0 0,-1-1 0,0 0 0,0 1 0,0 1 0,1 1 0,-1 1 0,3 0 0,-2 2 0,1 1 0,-1 1 0,-1 1 0,2-5 0,-1 5 0,2-6 0,-2 4 0,1-1 0,-1-2 0,0 1 0,0-1 0,-1 0 0,1 0 0,-3 0 0,1 0 0,-1 0 0,0 1 0,1-1 0,1 0 0,-1 0 0,1 1 0,2 0 0,-1 0 0,2 1 0,-2 1 0,1-1 0,-1 1 0,0-1 0,-1-2 0,1 0 0,-1 0 0,0 0 0,1 2 0,0 1 0,-1 2 0,1 0 0,0-2 0,-1-1 0,0-1 0,-1 2 0,2 0 0,0 2 0,0 1 0,0-3 0,-2-1 0,2-1 0,-2 1 0,1 1 0,1 0 0,-1-2 0,0 1 0,0 0 0,1 3 0,-1 0 0,1-1 0,1-1 0,-1 1 0,1-1 0,1 0 0,0-1 0,0 0 0,-1-1 0,1 3 0,0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40:21.627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1362 7273 24575,'-34'-5'0,"-4"-11"0,-6-14 0,-2-17 0,8-2 0,0-6 0,4 7 0,-1-5-1093,2-3 1,-2-6 0,1 0 881,0-4 1,0 0 0,1 0 210,3 2 0,1 1 0,1-1 0,-2-3 0,1-1 0,1 1 0,1 4 0,2 1 0,-1 0 0,2-1 0,1-1 0,-1-1 0,-4-8 0,0-3 0,1 0 0,-1 1 0,1 0 0,0 0 0,2 4 0,1 0 0,0 1 0,1 0 0,0 1 0,1 0-380,2 4 1,1 0 0,1 1 379,-7-29 0,2 0 0,2 1 0,3 0 0,3 3 0,2 1 0,1 2 0,1 1 0,3 1 0,1 0 0,2 0 0,1 1-653,2 3 0,1 0 653,0 2 0,1-1 0,0-20 0,0 2 0,0 31 0,0 0 0,0-23 0,3 1-431,2 31 1,4 1 430,5-9 0,5-1 0,6-4 0,7 0 13,13-13 1,7-1-14,-11 23 0,2-1 0,2 1 0,2 1 0,1 1 0,1 1 0,5-2 0,0 1 0,2 1 0,-1 5 0,0 2 0,2 0 0,3-1 0,0 1 0,3 0-303,4-3 1,2 1-1,1 0 303,0 3 0,1 1 0,2 2 0,1 0 0,1 1 0,1 1 0,0 3 0,0 2 0,1 1 0,0 1 0,0 2 0,1 1 0,1 0 0,0 1 0,3 0-820,-12 7 1,1-1 0,1 1 0,0 1 799,21-8 0,0 0 0,1 2 20,0 0 0,1 1 0,-1 2-344,-7 2 0,-1 1 0,-2 2 344,-9 5 0,-1 1 0,0 0 0,8-1 0,0 1 0,1 0 0,2 1 0,-1 1 0,2 0 0,3 0 0,1 1 0,-1 1 0,-1 1 0,0 0 0,0 1 0,-1 2 0,-1 0 0,0 1 0,-2 2 0,0 1 0,-1 1 0,-1-1 0,-1 1 0,-1 0 0,-2 1 0,0 0 0,-1 1 25,-2 0 0,-2 1 0,1 1-25,-1-1 0,0 0 0,1 1 0,-1 0 0,-1 1 0,1 0 0,0 0 0,-1 0 0,0 0 0,-1 0 0,1 1 0,-1 2 0,-4 1 0,1 2 0,2 4 0,18 8 0,3 5 0,-4 1 0,7 5 0,0 3 0,-12-1 0,4 2 0,-7 0 0,7 4 0,-4 1 0,-21-10 0,2 1 0,0 1 0,-2 0 0,-1 1 0,1 1 0,0 1 0,0 1 0,0 0 0,-1 2 0,1 0 0,-2 0 0,0 2 0,0-1 0,0 1 0,1 2 0,1 0 0,-1 0 0,-2 0 0,0 0 0,-1 0 0,-2-1 0,1 1 0,-1 0 0,-1 0 0,-1 1 0,0 0 337,22 19 0,-1 0-337,-1 0 0,-1-1 0,-4-3 0,-3-1 0,-3-3 0,-3-1 1638,-9-10 0,-3 0-1342,-7-3 1,-2-1-297,22 25 2552,-16-12-2552,-9-2 2413,-5-6-2413,30 34 0,-13-20 560,-6-9 0,4 1-560,-5-5 0,1 1-539,7 9 1,3 2 538,10 10 0,2 2-1066,-1 1 1,1 0 1065,0 0 0,1 0 0,-1-1 0,-1 0 0,-2-2 0,0-1-732,-1-2 1,-1-1 731,0 0 0,-2-1 0,-1-3 0,-2-1-131,-1 0 1,-1-1 130,-3-2 0,-3-1 433,-6-9 0,-1-1-433,1 1 0,0-1 0,-3-2 0,0-1 0,30 31 0,-23-22 0,0-1 0,11 12 0,-20-22 0,0 0 2013,15 12-2013,2 0 1736,-4-7-1736,-4-8 1370,-7-11-1370,-6-9 707,-1-7-707,-1-2 0,33 21 0,-17-7 0,30 24 0,-19-5 0,6 4 0,1 6 0,0-3 0,-5-3 0,-2-1 0,-1-2 0,-8-5 0,-6-2 0,-8-4 0,-3-5 0,-3 0 0,-3-5 0,-4-3 0,-3-1 0,3 1 0,3 2 0,0 2 0,1 1 0,-1 0 0,1-2 0,0 0 0,-1-3 0,-3 0 0,-2 0 0,-2-2 0,-1-2 0,0-1 0,0 1 0,2 1 0,7 7 0,-4-5 0,6 5 0,-8-7 0,2 2 0,0 1 0,0-1 0,1 1 0,-1-1 0,1 1 0,-1-1 0,3 2 0,1-1 0,-2 0 0,-1 0 0,-3-3 0,-2 0 0,-2-3 0,0 0 0,-2-1 0,-1-1 0,0-1 0,-3 0 0,2 0 0,-1 1 0,3 1 0,1 1 0,1 0 0,1 0 0,0-1 0,0-1 0,-2-1 0,-1-1 0,-2-1 0,0 0 0,0-1 0,-1-1 0,4 4 0,-4-5 0,4 3 0,-5-3 0,2 1 0,-1 0 0,1 0 0,0-2 0,0 2 0,-1 1 0,1-1 0,0 0 0,0-2 0,0 0 0,-1 0 0,1 2 0,-1 0 0,1 1 0,0 0 0,1-1 0,1 2 0,2 0 0,1 1 0,2 0 0,-1-1 0,1 1 0,-2 0 0,1-1 0,1 1 0,-1-1 0,1 1 0,-1 0 0,-1 0 0,0-1 0,-3-1 0,3 3 0,-5-4 0,2 4 0,-4-4 0,4 0 0,0-2 0,0 1 0,0 0 0,-1 1 0,-1 1 0,2-2 0,1 1 0,-1 1 0,3-1 0,-2 0 0,-1 0 0,0 0 0,-2 3 0,-1-1 0,0-2 0,-1 2 0,1-2 0,-1 1 0,2 1 0,-1-1 0,1 1 0,0-2 0,0 2 0,0 1 0,-1-3 0,-1 2 0,3-1 0,-2-1 0,0 1 0,-2-1 0,-2 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35:06.5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24575,'10'80'0,"10"15"0,1 2 0,6-10 0,-2-24 0,-2-13 0,13 22 0,-11-31 0,4 2 0,-6-15 0,0 0 0,3 1 0,2-2 0,-2-1 0,3 0 0,-1 0 0,1 1 0,0-1 0,-1 0 0,1 0 0,0 3 0,3-1 0,3 1 0,0 1 0,1 0 0,-3-2 0,-2-2 0,-1-3 0,3 1 0,3 2 0,-3-1 0,-1-1 0,-3-1 0,0 0 0,0 1 0,-1-1 0,-1-3 0,1 0 0,0 0 0,-1 0 0,0 0 0,-1 2 0,0 0 0,11 7 0,-11-7 0,8 3 0,-13-8 0,1 1 0,0 1 0,-1 0 0,-4-2 0,0-1 0,-3 0 0,0-2 0,0 2 0,0-2 0,0-2 0,-3 1 0,0-1 0,0-1 0,0 1 0,0-1 0,0 1 0,0-1 0,1 1 0,2 2 0,0 2 0,0 1 0,0 0 0,0-1 0,-1-2 0,-1-1 0,1 1 0,-1 0 0,2 0 0,-1 0 0,1 2 0,0 0 0,0 2 0,1 0 0,3 6 0,-1-6 0,1 7 0,-4-6 0,1 2 0,-1 0 0,0-3 0,-2-2 0,-1-1 0,-2-4 0,0 0 0,0-2 0,-3 0 0,-1-1 0,-3-3 0,-2-2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35:10.6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1263 1 24575,'0'26'0,"0"-3"0,0-8 0,-12 13 0,-2 2 0,-7 5 0,2-2 0,5-7 0,-1 1 0,-2 3 0,1-2 0,-1 0 0,0-1 0,-1 1 0,-3 5 0,-2 2 0,-2 0 0,0 2 0,-1-1 0,1 1 0,-1 1 0,-4-3 0,3-2 0,-1-2 0,-1 0 0,0 3 0,-4 2 0,-1 4 0,0 0 0,-1 1 0,-1 0 0,1 1 0,0-1 0,0-3 0,4-2 0,3-3 0,2-1 0,1-1 0,1 3 0,1 0 0,-5 16 0,8-15 0,-8 15 0,9-14 0,-2 3 0,0 1 0,2-2 0,0-3 0,2 0 0,2-6 0,0-3 0,2-4 0,4-5 0,1-1 0,3-2 0,2-3 0,1 0 0,2-3 0,0-1 0,0 1 0,-1-1 0,-1 2 0,-2 3 0,-2 5 0,-2 6 0,-1 4 0,-1 0 0,2 0 0,1-4 0,2-3 0,1-4 0,0-5 0,2-1 0,0-1 0,2-5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42:39.0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1256 1 24575,'-10'14'0,"-4"7"0,5 1 0,-5 5 0,-3 6 0,-9 16 0,9-14 0,-10 13 0,10-21 0,1 2 0,-2 1 0,-1 2 0,2 0 0,-1-1 0,1 0 0,0-1 0,-2 0 0,-2 1 0,-1 3 0,-3 2 0,1 0 0,1 0 0,1-3 0,-3 1 0,0-1 0,0 0 0,0 0 0,3 0 0,0-1 0,1 0 0,-1 3 0,0 1 0,-3 3 0,-8 17 0,7-19 0,-8 17 0,11-22 0,-2 6 0,0 1 0,2-2 0,0-1 0,4-3 0,0 0 0,0-1 0,-1 1 0,-1-4 0,3-2 0,1-5 0,2-2 0,0-1 0,1 0 0,3-2 0,-1-1 0,2 0 0,-3 1 0,-1 2 0,2 0 0,-3 0 0,3 1 0,-1-2 0,3-1 0,2-3 0,1 1 0,0 1 0,-1-1 0,1 2 0,0-3 0,2-2 0,-2-1 0,2 5 0,1-7 0,0 7 0,1-9 0,1 1 0,-1-2 0,1 1 0,0-4 0,2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8:42:46.1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3627 1 24575,'-44'2'0,"-15"5"0,-27 6 0,36-3 0,-4 2 0,-9 4 0,-6 2 0,4 0-1639,-3 1 1,0 0 1512,1 0 1,-5 3 0,4-2 125,-9 2 0,3 0 0,-7 1 0,-2 1 0,-10 2 0,-1 1-937,2-1 1,0 0 936,-2 2 0,0 1 0,-1 0 0,0 1 0,4-1 0,1 0 0,3-2 0,1-1-97,5-1 1,2-2 96,4-1 0,2-1-290,8-4 0,3 0 290,6-1 0,2 1 0,-40 12 1167,10-1-1167,4 2 0,10-5 2264,-12 8-2264,30-10 1690,-12 7-1690,32-10 789,-3 1-789,3-2 389,1 0-389,4-3 0,3-1 0,1 0 0,2-2 0,1-1 0,2-2 0,6-3 0,0-2 0,4-3 0,3-2 0,1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8EA1-7CE4-8DDF-BDDC-10281BF8A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E6064-B198-700A-6DB6-A2AA60CCD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1D4AF-DDF5-18BB-5527-9FDFA4AF9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24/9/26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4F3A0-F234-67E7-47D3-0513DA25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70233-C4C5-A4C0-33FD-F416C602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58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8136E-4A69-9DB7-4E05-AF1F6BA45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B7C75-8474-F41A-56AD-0444D0E00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8AF5A-A1CE-9610-2D32-56AE6D8E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24/9/26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A70FC-E40A-B623-E42C-339AA8311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65029-8505-F56C-0D10-CC7A05FD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8117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D44D-4F4E-CCC3-D7F8-4D5FF5FC4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A6920-BBE5-76AB-C359-C37954E82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0071E-CD80-1A0A-52D8-45A93B265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24/9/26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000C6-B9D4-10FA-3E8A-06F25E9A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515F4-624F-394D-F11A-DE5EFC8D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712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9011E-8FCC-2BDB-AF6C-0E8FFC20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5721E-D32F-AA08-DA87-D61FFB1D75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06629-0007-7BD4-4EF7-808C63675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3241F-9649-8C0E-30E9-E155B9D2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24/9/26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6DAE1-8A37-683E-9D1E-492975B6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13561-4455-36A6-EC3F-3F8BEB99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0625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E3B6-8C65-BAB4-EE47-4A8278F2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2423D-F145-F0B9-7E4B-64E7B121E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5B116-AD4F-F1FC-CDE5-DBA9ED856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62223-CD60-F887-6BAA-F17C66EB0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455AE-BA50-CD24-FA4B-7807A664B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E18E77-D07A-1A17-4548-08D7DAEB3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24/9/26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50EB35-2CF4-E2B8-B559-8ACAC1FA9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C39FAC-D4CE-0123-FA07-03BA5326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566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7AF3-4344-A1A9-481D-D8C42FDF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694BF-C953-99EE-A769-65359B3C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24/9/26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D4B4C-2702-29B0-6055-D6D0BF30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3A4D0-DEEA-3B2B-23FB-6E2317AE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0479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169B36-8A88-BB75-7992-122067FE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24/9/26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A349F-C688-B7BB-8C16-D8B5EDC2D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43CF7-D437-E6C2-DEF0-A3A773F7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7492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7283-9DB8-2C05-5695-C6A6178E7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80259-929E-317D-4E26-2EBB5ED72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26A24-E30F-FF0B-8157-44DFC5629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FC4A8-E6A7-3B2C-2971-DBDBEC31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24/9/26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90BB0-42AB-7C62-1462-D881494F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A3AE0-145E-2CC3-258E-F0258CCED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90313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D99B-B9FD-C4ED-B185-57B7A8E93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79C2DA-44A9-B1F1-4595-EE5E7CB16D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D691A4-F048-ED65-8397-5A01A5340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8E4B5-A687-BB16-455B-1812C3D2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24/9/26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5A34B-B862-05B8-47DB-5B892A4C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73398-F3F1-2AC7-B699-33479C17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859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E5138-D7CC-833D-988D-974BD331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65D91-EA33-AB16-75E5-4925641AB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62568-D32E-8C4D-6245-C17222306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24/9/26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6071E-8FA0-FA1F-470D-631DE6D1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9960E-19DD-1D8A-A625-BB4BD964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3253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ED796C-6C66-B6D2-8116-FF7DF3C14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E3999-487F-9C3E-7B29-907A04833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DE53B-6928-A895-4D81-B8BB9168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24/9/26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0F0EA-2CE7-DA23-B1AD-E400B0EBC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CD172-C8AB-B270-D9A1-673BD2A0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690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CDE35-1100-5B5E-A5E8-398258D6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EA474-D6B2-9709-946D-F654A9A61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216C0-FCE7-8624-2413-282D5F4A6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2E6E1-C3BA-4253-8312-9EB3E013E51C}" type="datetimeFigureOut">
              <a:rPr lang="en-SG" smtClean="0"/>
              <a:t>24/9/26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ED9B0-3D1E-B77A-49B0-9AD617B56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734FF-1071-78F9-495A-C4347DE82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3818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2" Type="http://schemas.openxmlformats.org/officeDocument/2006/relationships/image" Target="../media/image1.jp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10" Type="http://schemas.openxmlformats.org/officeDocument/2006/relationships/customXml" Target="../ink/ink4.xml"/><Relationship Id="rId19" Type="http://schemas.openxmlformats.org/officeDocument/2006/relationships/image" Target="../media/image10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18.png"/><Relationship Id="rId3" Type="http://schemas.openxmlformats.org/officeDocument/2006/relationships/customXml" Target="../ink/ink12.xml"/><Relationship Id="rId7" Type="http://schemas.openxmlformats.org/officeDocument/2006/relationships/image" Target="../media/image15.png"/><Relationship Id="rId12" Type="http://schemas.openxmlformats.org/officeDocument/2006/relationships/customXml" Target="../ink/ink1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.xml"/><Relationship Id="rId11" Type="http://schemas.openxmlformats.org/officeDocument/2006/relationships/image" Target="../media/image17.png"/><Relationship Id="rId5" Type="http://schemas.openxmlformats.org/officeDocument/2006/relationships/image" Target="../media/image14.jpeg"/><Relationship Id="rId10" Type="http://schemas.openxmlformats.org/officeDocument/2006/relationships/customXml" Target="../ink/ink15.xml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customXml" Target="../ink/ink17.xml"/><Relationship Id="rId7" Type="http://schemas.openxmlformats.org/officeDocument/2006/relationships/image" Target="../media/image22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customXml" Target="../ink/ink18.xml"/><Relationship Id="rId10" Type="http://schemas.openxmlformats.org/officeDocument/2006/relationships/customXml" Target="../ink/ink20.xml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obo Pico: Simplifying Robotics with Raspberry Pi Pico / Pico W">
            <a:extLst>
              <a:ext uri="{FF2B5EF4-FFF2-40B4-BE49-F238E27FC236}">
                <a16:creationId xmlns:a16="http://schemas.microsoft.com/office/drawing/2014/main" id="{F4A32E26-7566-5F4A-F5C4-BAFCE3ADF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15" t="7479" r="9469" b="24561"/>
          <a:stretch>
            <a:fillRect/>
          </a:stretch>
        </p:blipFill>
        <p:spPr>
          <a:xfrm rot="5400000">
            <a:off x="873190" y="1385595"/>
            <a:ext cx="4105469" cy="34523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D7E7BA-368D-FC0B-7ED5-350CCDEDB4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81" t="13739" b="11737"/>
          <a:stretch>
            <a:fillRect/>
          </a:stretch>
        </p:blipFill>
        <p:spPr>
          <a:xfrm>
            <a:off x="8759287" y="93305"/>
            <a:ext cx="2232952" cy="3918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3C29D0-2334-7EA4-A800-4ABFD3502A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81" t="13739" b="11737"/>
          <a:stretch>
            <a:fillRect/>
          </a:stretch>
        </p:blipFill>
        <p:spPr>
          <a:xfrm>
            <a:off x="6526335" y="2671665"/>
            <a:ext cx="2232952" cy="39188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FC1CDE7-BDC2-1DF5-2524-8ECC75904F24}"/>
                  </a:ext>
                </a:extLst>
              </p14:cNvPr>
              <p14:cNvContentPartPr/>
              <p14:nvPr/>
            </p14:nvContentPartPr>
            <p14:xfrm>
              <a:off x="4560382" y="2679653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FC1CDE7-BDC2-1DF5-2524-8ECC75904F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56062" y="267533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4419D8A-2D44-6B35-D968-77A7D74EBAD1}"/>
                  </a:ext>
                </a:extLst>
              </p14:cNvPr>
              <p14:cNvContentPartPr/>
              <p14:nvPr/>
            </p14:nvContentPartPr>
            <p14:xfrm>
              <a:off x="4410982" y="2196893"/>
              <a:ext cx="4315680" cy="520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4419D8A-2D44-6B35-D968-77A7D74EBA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75342" y="2160893"/>
                <a:ext cx="4387320" cy="59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7E6A634-88B5-030E-7D03-ACA39B52AAB6}"/>
                  </a:ext>
                </a:extLst>
              </p14:cNvPr>
              <p14:cNvContentPartPr/>
              <p14:nvPr/>
            </p14:nvContentPartPr>
            <p14:xfrm>
              <a:off x="4398382" y="2481293"/>
              <a:ext cx="4345560" cy="427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7E6A634-88B5-030E-7D03-ACA39B52AA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62742" y="2445653"/>
                <a:ext cx="4417200" cy="4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F3B6487-6BFE-58CF-4446-D23C3D9204BE}"/>
                  </a:ext>
                </a:extLst>
              </p14:cNvPr>
              <p14:cNvContentPartPr/>
              <p14:nvPr/>
            </p14:nvContentPartPr>
            <p14:xfrm>
              <a:off x="4394422" y="3364013"/>
              <a:ext cx="2158920" cy="19508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F3B6487-6BFE-58CF-4446-D23C3D9204B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58422" y="3328373"/>
                <a:ext cx="2230560" cy="20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E667801-92A9-D9BA-302E-E4D6BF1A19FE}"/>
                  </a:ext>
                </a:extLst>
              </p14:cNvPr>
              <p14:cNvContentPartPr/>
              <p14:nvPr/>
            </p14:nvContentPartPr>
            <p14:xfrm>
              <a:off x="4403062" y="3605933"/>
              <a:ext cx="2159640" cy="1920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E667801-92A9-D9BA-302E-E4D6BF1A19F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67422" y="3569933"/>
                <a:ext cx="2231280" cy="199224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770A914-683B-08E1-6E5C-E1F51E3E4B94}"/>
              </a:ext>
            </a:extLst>
          </p:cNvPr>
          <p:cNvSpPr/>
          <p:nvPr/>
        </p:nvSpPr>
        <p:spPr>
          <a:xfrm>
            <a:off x="5482882" y="947300"/>
            <a:ext cx="1264589" cy="7902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POWER</a:t>
            </a:r>
          </a:p>
          <a:p>
            <a:pPr algn="ctr"/>
            <a:r>
              <a:rPr lang="en-US" dirty="0"/>
              <a:t>BANK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BD78382-625A-6326-BAA3-2DE69D29A986}"/>
                  </a:ext>
                </a:extLst>
              </p14:cNvPr>
              <p14:cNvContentPartPr/>
              <p14:nvPr/>
            </p14:nvContentPartPr>
            <p14:xfrm>
              <a:off x="4409542" y="1670573"/>
              <a:ext cx="1011600" cy="532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BD78382-625A-6326-BAA3-2DE69D29A98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73902" y="1634573"/>
                <a:ext cx="1083240" cy="60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8581CC8-BADE-4C87-2CE5-DAC95D751A57}"/>
                  </a:ext>
                </a:extLst>
              </p14:cNvPr>
              <p14:cNvContentPartPr/>
              <p14:nvPr/>
            </p14:nvContentPartPr>
            <p14:xfrm>
              <a:off x="4418182" y="1488773"/>
              <a:ext cx="992880" cy="510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8581CC8-BADE-4C87-2CE5-DAC95D751A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82542" y="1453133"/>
                <a:ext cx="1064520" cy="58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9159414-2740-88B5-2BD4-E6092087806F}"/>
                  </a:ext>
                </a:extLst>
              </p14:cNvPr>
              <p14:cNvContentPartPr/>
              <p14:nvPr/>
            </p14:nvContentPartPr>
            <p14:xfrm>
              <a:off x="5742262" y="3784493"/>
              <a:ext cx="887760" cy="13240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9159414-2740-88B5-2BD4-E6092087806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06622" y="3748853"/>
                <a:ext cx="959400" cy="13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BD6E2DD-DCF7-9493-1240-97DBB4E08086}"/>
                  </a:ext>
                </a:extLst>
              </p14:cNvPr>
              <p14:cNvContentPartPr/>
              <p14:nvPr/>
            </p14:nvContentPartPr>
            <p14:xfrm>
              <a:off x="7496182" y="1614413"/>
              <a:ext cx="1248480" cy="882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BD6E2DD-DCF7-9493-1240-97DBB4E0808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460182" y="1578773"/>
                <a:ext cx="1320120" cy="95436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C4F5635-6BC4-D03F-872C-29DB34A078CB}"/>
              </a:ext>
            </a:extLst>
          </p:cNvPr>
          <p:cNvSpPr txBox="1"/>
          <p:nvPr/>
        </p:nvSpPr>
        <p:spPr>
          <a:xfrm>
            <a:off x="7195458" y="1197819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3.3v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83C864-1794-E4DB-9AA6-5DF8104046AD}"/>
              </a:ext>
            </a:extLst>
          </p:cNvPr>
          <p:cNvSpPr txBox="1"/>
          <p:nvPr/>
        </p:nvSpPr>
        <p:spPr>
          <a:xfrm>
            <a:off x="5437833" y="33721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3.3v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51D24F5-807F-5147-D161-C8A359CAC1C3}"/>
                  </a:ext>
                </a:extLst>
              </p14:cNvPr>
              <p14:cNvContentPartPr/>
              <p14:nvPr/>
            </p14:nvContentPartPr>
            <p14:xfrm>
              <a:off x="8513902" y="1090613"/>
              <a:ext cx="234360" cy="955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51D24F5-807F-5147-D161-C8A359CAC1C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478262" y="1054613"/>
                <a:ext cx="306000" cy="10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BC9B7BD-B50D-FB86-A33B-266712324650}"/>
                  </a:ext>
                </a:extLst>
              </p14:cNvPr>
              <p14:cNvContentPartPr/>
              <p14:nvPr/>
            </p14:nvContentPartPr>
            <p14:xfrm>
              <a:off x="6471982" y="3627173"/>
              <a:ext cx="75240" cy="1008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BC9B7BD-B50D-FB86-A33B-26671232465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36342" y="3591173"/>
                <a:ext cx="146880" cy="10800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AC4EBD5-5932-0210-BCB4-5E5A3CA433FA}"/>
              </a:ext>
            </a:extLst>
          </p:cNvPr>
          <p:cNvSpPr txBox="1"/>
          <p:nvPr/>
        </p:nvSpPr>
        <p:spPr>
          <a:xfrm>
            <a:off x="8126793" y="717625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56B302-26B3-5DAD-5347-BA593D6D1CDB}"/>
              </a:ext>
            </a:extLst>
          </p:cNvPr>
          <p:cNvSpPr txBox="1"/>
          <p:nvPr/>
        </p:nvSpPr>
        <p:spPr>
          <a:xfrm>
            <a:off x="6131985" y="3225981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C7B06F-B023-3308-9BE7-DEDB933FE9E8}"/>
              </a:ext>
            </a:extLst>
          </p:cNvPr>
          <p:cNvSpPr txBox="1"/>
          <p:nvPr/>
        </p:nvSpPr>
        <p:spPr>
          <a:xfrm>
            <a:off x="8726662" y="4950539"/>
            <a:ext cx="2432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PIN 2 &amp; 3 can use any</a:t>
            </a:r>
          </a:p>
          <a:p>
            <a:r>
              <a:rPr lang="en-US" b="1" dirty="0"/>
              <a:t>GPIO pins on the Pico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8A2F631-3B89-ABFB-5C66-79A8D1BF37CF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6811979" y="4888089"/>
            <a:ext cx="1914683" cy="38561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D90853-52C9-9B3A-BC07-951D4F04E286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9049461" y="2283785"/>
            <a:ext cx="893239" cy="266675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725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A0EDE7-1138-421C-58A5-9B7D9CCE1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940" y="55416"/>
            <a:ext cx="6233160" cy="668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03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2B27-5808-4269-B77E-328380C99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obo Pico: Simplifying Robotics with Raspberry Pi Pico / Pico W">
            <a:extLst>
              <a:ext uri="{FF2B5EF4-FFF2-40B4-BE49-F238E27FC236}">
                <a16:creationId xmlns:a16="http://schemas.microsoft.com/office/drawing/2014/main" id="{5D1C92F0-7171-32EF-3F78-11367D141E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15" t="7479" r="9469" b="24561"/>
          <a:stretch>
            <a:fillRect/>
          </a:stretch>
        </p:blipFill>
        <p:spPr>
          <a:xfrm rot="16200000" flipH="1">
            <a:off x="6470239" y="546698"/>
            <a:ext cx="4105469" cy="34523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0B7B2E3-6FC9-3AD4-6BD3-F9963B64FDA9}"/>
                  </a:ext>
                </a:extLst>
              </p14:cNvPr>
              <p14:cNvContentPartPr/>
              <p14:nvPr/>
            </p14:nvContentPartPr>
            <p14:xfrm>
              <a:off x="4560382" y="2679653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0B7B2E3-6FC9-3AD4-6BD3-F9963B64FD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6062" y="2675333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 descr="Arduino Servo Motor Control Using Potentiometer | Push Button">
            <a:extLst>
              <a:ext uri="{FF2B5EF4-FFF2-40B4-BE49-F238E27FC236}">
                <a16:creationId xmlns:a16="http://schemas.microsoft.com/office/drawing/2014/main" id="{67BD6BA2-7E65-149C-DC47-E69946DEF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2863" y="3512127"/>
            <a:ext cx="3975100" cy="3111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3194662-0B30-FC48-A4D7-031F01F1712D}"/>
                  </a:ext>
                </a:extLst>
              </p14:cNvPr>
              <p14:cNvContentPartPr/>
              <p14:nvPr/>
            </p14:nvContentPartPr>
            <p14:xfrm>
              <a:off x="2587428" y="4055928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3194662-0B30-FC48-A4D7-031F01F171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51428" y="402028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9368518-A0DA-D2B9-33EF-CFBB9449C3DB}"/>
                  </a:ext>
                </a:extLst>
              </p14:cNvPr>
              <p14:cNvContentPartPr/>
              <p14:nvPr/>
            </p14:nvContentPartPr>
            <p14:xfrm>
              <a:off x="2306628" y="2870088"/>
              <a:ext cx="5050800" cy="1647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9368518-A0DA-D2B9-33EF-CFBB9449C3D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70988" y="2834088"/>
                <a:ext cx="5122440" cy="171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269628A-8DC5-6804-918A-E7FD90A2A8E5}"/>
                  </a:ext>
                </a:extLst>
              </p14:cNvPr>
              <p14:cNvContentPartPr/>
              <p14:nvPr/>
            </p14:nvContentPartPr>
            <p14:xfrm>
              <a:off x="2757348" y="3370128"/>
              <a:ext cx="4875840" cy="15012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269628A-8DC5-6804-918A-E7FD90A2A8E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21348" y="3334488"/>
                <a:ext cx="4947480" cy="157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92F3DF4-1F16-8B3F-332F-D259D0D9EBCB}"/>
                  </a:ext>
                </a:extLst>
              </p14:cNvPr>
              <p14:cNvContentPartPr/>
              <p14:nvPr/>
            </p14:nvContentPartPr>
            <p14:xfrm>
              <a:off x="1691028" y="1742568"/>
              <a:ext cx="5422320" cy="2618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92F3DF4-1F16-8B3F-332F-D259D0D9EBC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55028" y="1706928"/>
                <a:ext cx="5493960" cy="268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903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942CB-4370-4F06-73A1-C006714B9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fferences Between Newer and Earlier Versions of Ultrasonic Sensor HC-SR04P">
            <a:extLst>
              <a:ext uri="{FF2B5EF4-FFF2-40B4-BE49-F238E27FC236}">
                <a16:creationId xmlns:a16="http://schemas.microsoft.com/office/drawing/2014/main" id="{C878E6A9-6ECA-7E56-1560-BA503AD24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4" y="213392"/>
            <a:ext cx="3939822" cy="3939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3380A5-7AA8-A0EB-1822-8CB024C0C7BB}"/>
              </a:ext>
            </a:extLst>
          </p:cNvPr>
          <p:cNvSpPr txBox="1"/>
          <p:nvPr/>
        </p:nvSpPr>
        <p:spPr>
          <a:xfrm>
            <a:off x="7206746" y="422308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3.3v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6FE72-EFAF-7B35-FAA4-C45D3B920D09}"/>
              </a:ext>
            </a:extLst>
          </p:cNvPr>
          <p:cNvSpPr txBox="1"/>
          <p:nvPr/>
        </p:nvSpPr>
        <p:spPr>
          <a:xfrm>
            <a:off x="8939593" y="4223080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GND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C4F51B4-CDFD-DE55-B901-47516CE50B95}"/>
                  </a:ext>
                </a:extLst>
              </p14:cNvPr>
              <p14:cNvContentPartPr/>
              <p14:nvPr/>
            </p14:nvContentPartPr>
            <p14:xfrm>
              <a:off x="8504542" y="3397170"/>
              <a:ext cx="708120" cy="826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C4F51B4-CDFD-DE55-B901-47516CE50B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68902" y="3361170"/>
                <a:ext cx="779760" cy="8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4E3A0C8-1D7B-5341-95AA-23480720FBA8}"/>
                  </a:ext>
                </a:extLst>
              </p14:cNvPr>
              <p14:cNvContentPartPr/>
              <p14:nvPr/>
            </p14:nvContentPartPr>
            <p14:xfrm>
              <a:off x="7510582" y="3418050"/>
              <a:ext cx="454680" cy="753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4E3A0C8-1D7B-5341-95AA-23480720FB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74942" y="3382410"/>
                <a:ext cx="526320" cy="82476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440A3448-B97E-CDC1-02EB-59835ADCF693}"/>
              </a:ext>
            </a:extLst>
          </p:cNvPr>
          <p:cNvSpPr txBox="1"/>
          <p:nvPr/>
        </p:nvSpPr>
        <p:spPr>
          <a:xfrm>
            <a:off x="7187511" y="5195022"/>
            <a:ext cx="2838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TRIG &amp; ECHO can use any</a:t>
            </a:r>
          </a:p>
          <a:p>
            <a:r>
              <a:rPr lang="en-US" b="1" dirty="0"/>
              <a:t>GPIO pins on the Pico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52DFD37-2A13-227E-2195-F0AEC7103674}"/>
              </a:ext>
            </a:extLst>
          </p:cNvPr>
          <p:cNvCxnSpPr>
            <a:cxnSpLocks/>
          </p:cNvCxnSpPr>
          <p:nvPr/>
        </p:nvCxnSpPr>
        <p:spPr>
          <a:xfrm>
            <a:off x="8235245" y="3568986"/>
            <a:ext cx="165068" cy="15561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33" name="Picture 32" descr="TCRT 5000 IR Infrared Sensor Line tracker Module - Electronic Components  Parts Shop Sri Lanka">
            <a:extLst>
              <a:ext uri="{FF2B5EF4-FFF2-40B4-BE49-F238E27FC236}">
                <a16:creationId xmlns:a16="http://schemas.microsoft.com/office/drawing/2014/main" id="{DF67ED12-0F32-E64A-26A3-29CC3831BC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8820" y="1333770"/>
            <a:ext cx="3149600" cy="24765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3CE70BF-A84D-90E6-E765-2F864D17FEF2}"/>
              </a:ext>
            </a:extLst>
          </p:cNvPr>
          <p:cNvSpPr txBox="1"/>
          <p:nvPr/>
        </p:nvSpPr>
        <p:spPr>
          <a:xfrm>
            <a:off x="1372573" y="403710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3.3v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5B52AB-4A9F-585D-59D6-B77E652F06C5}"/>
              </a:ext>
            </a:extLst>
          </p:cNvPr>
          <p:cNvSpPr txBox="1"/>
          <p:nvPr/>
        </p:nvSpPr>
        <p:spPr>
          <a:xfrm>
            <a:off x="2313275" y="4453732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GND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7978712-B70C-2DE9-777E-1583CE086B86}"/>
                  </a:ext>
                </a:extLst>
              </p14:cNvPr>
              <p14:cNvContentPartPr/>
              <p14:nvPr/>
            </p14:nvContentPartPr>
            <p14:xfrm>
              <a:off x="2654388" y="3707448"/>
              <a:ext cx="452160" cy="731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7978712-B70C-2DE9-777E-1583CE086B8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18748" y="3671808"/>
                <a:ext cx="523800" cy="80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6F15C8E-E675-1B24-2D06-E01285E6D38E}"/>
                  </a:ext>
                </a:extLst>
              </p14:cNvPr>
              <p14:cNvContentPartPr/>
              <p14:nvPr/>
            </p14:nvContentPartPr>
            <p14:xfrm>
              <a:off x="1628748" y="3662088"/>
              <a:ext cx="1305720" cy="4136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6F15C8E-E675-1B24-2D06-E01285E6D38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93108" y="3626448"/>
                <a:ext cx="1377360" cy="485280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A3A2ACC4-49B1-947C-4DDB-A8A192E0268F}"/>
              </a:ext>
            </a:extLst>
          </p:cNvPr>
          <p:cNvSpPr txBox="1"/>
          <p:nvPr/>
        </p:nvSpPr>
        <p:spPr>
          <a:xfrm>
            <a:off x="1087920" y="5419798"/>
            <a:ext cx="51534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*D0 = Digital Out (Can use any GPIO [High/Low])</a:t>
            </a:r>
          </a:p>
          <a:p>
            <a:r>
              <a:rPr lang="en-US" b="1" dirty="0"/>
              <a:t>*A0 = Analog Out (need to use ADC)</a:t>
            </a:r>
          </a:p>
          <a:p>
            <a:endParaRPr lang="en-US" b="1" dirty="0">
              <a:solidFill>
                <a:schemeClr val="accent5"/>
              </a:solidFill>
            </a:endParaRPr>
          </a:p>
          <a:p>
            <a:r>
              <a:rPr lang="en-US" b="1" dirty="0">
                <a:solidFill>
                  <a:schemeClr val="accent5"/>
                </a:solidFill>
              </a:rPr>
              <a:t>*Pick One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EE5B6D0-B933-D018-0711-E009DC8EC136}"/>
              </a:ext>
            </a:extLst>
          </p:cNvPr>
          <p:cNvCxnSpPr>
            <a:cxnSpLocks/>
          </p:cNvCxnSpPr>
          <p:nvPr/>
        </p:nvCxnSpPr>
        <p:spPr>
          <a:xfrm>
            <a:off x="3301340" y="3810270"/>
            <a:ext cx="218260" cy="15561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660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Y-511 LSM303DLHC 3-axis E-compass Sensor">
            <a:extLst>
              <a:ext uri="{FF2B5EF4-FFF2-40B4-BE49-F238E27FC236}">
                <a16:creationId xmlns:a16="http://schemas.microsoft.com/office/drawing/2014/main" id="{AF02CD57-A71E-F3F1-DCF9-DCCFB4E79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249" y="1606550"/>
            <a:ext cx="60960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9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E95CB3-8EFE-1631-F571-F4C72FD27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54" y="0"/>
            <a:ext cx="10183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121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C284E4-713C-BEC3-BE9D-5F702966F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02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62</Words>
  <Application>Microsoft Macintosh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Muhamed Fauzi Bin Abbas</dc:creator>
  <cp:lastModifiedBy>Muhamed Fauzi Bin Abbas</cp:lastModifiedBy>
  <cp:revision>1</cp:revision>
  <dcterms:created xsi:type="dcterms:W3CDTF">2026-07-28T13:41:51Z</dcterms:created>
  <dcterms:modified xsi:type="dcterms:W3CDTF">2026-09-24T08:45:14Z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f8e180-8f22-4ead-b44a-2d560df875da_Enabled">
    <vt:lpwstr>true</vt:lpwstr>
  </property>
  <property fmtid="{D5CDD505-2E9C-101B-9397-08002B2CF9AE}" pid="3" name="MSIP_Label_3ef8e180-8f22-4ead-b44a-2d560df875da_SetDate">
    <vt:lpwstr>2026-07-28T13:41:56Z</vt:lpwstr>
  </property>
  <property fmtid="{D5CDD505-2E9C-101B-9397-08002B2CF9AE}" pid="4" name="MSIP_Label_3ef8e180-8f22-4ead-b44a-2d560df875da_Method">
    <vt:lpwstr>Privileged</vt:lpwstr>
  </property>
  <property fmtid="{D5CDD505-2E9C-101B-9397-08002B2CF9AE}" pid="5" name="MSIP_Label_3ef8e180-8f22-4ead-b44a-2d560df875da_Name">
    <vt:lpwstr>Public</vt:lpwstr>
  </property>
  <property fmtid="{D5CDD505-2E9C-101B-9397-08002B2CF9AE}" pid="6" name="MSIP_Label_3ef8e180-8f22-4ead-b44a-2d560df875da_SiteId">
    <vt:lpwstr>64991f7f-44d6-4d8c-9cd4-7862e8cb94c6</vt:lpwstr>
  </property>
  <property fmtid="{D5CDD505-2E9C-101B-9397-08002B2CF9AE}" pid="7" name="MSIP_Label_3ef8e180-8f22-4ead-b44a-2d560df875da_ActionId">
    <vt:lpwstr>34e6b334-53b1-4927-8b2f-646b464e7f21</vt:lpwstr>
  </property>
  <property fmtid="{D5CDD505-2E9C-101B-9397-08002B2CF9AE}" pid="8" name="MSIP_Label_3ef8e180-8f22-4ead-b44a-2d560df875da_ContentBits">
    <vt:lpwstr>0</vt:lpwstr>
  </property>
  <property fmtid="{D5CDD505-2E9C-101B-9397-08002B2CF9AE}" pid="9" name="MSIP_Label_3ef8e180-8f22-4ead-b44a-2d560df875da_Tag">
    <vt:lpwstr>10, 0, 1, 1</vt:lpwstr>
  </property>
</Properties>
</file>