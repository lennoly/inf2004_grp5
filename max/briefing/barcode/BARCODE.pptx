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8" r:id="rId3"/>
    <p:sldId id="268" r:id="rId4"/>
    <p:sldId id="269" r:id="rId5"/>
    <p:sldId id="261" r:id="rId6"/>
    <p:sldId id="263" r:id="rId7"/>
    <p:sldId id="270" r:id="rId8"/>
    <p:sldId id="271" r:id="rId9"/>
    <p:sldId id="266" r:id="rId10"/>
    <p:sldId id="267" r:id="rId11"/>
    <p:sldId id="272" r:id="rId12"/>
    <p:sldId id="273" r:id="rId13"/>
    <p:sldId id="274" r:id="rId14"/>
    <p:sldId id="275" r:id="rId15"/>
    <p:sldId id="276" r:id="rId16"/>
  </p:sldIdLst>
  <p:sldSz cx="12192000" cy="6858000"/>
  <p:notesSz cx="6742113" cy="98758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47" d="100"/>
          <a:sy n="147" d="100"/>
        </p:scale>
        <p:origin x="666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7AB17-3DE8-8A32-48EE-8F44E5AC9D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528ABC-61DF-BF45-62DA-7AEB116D2C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EA360-4525-21DA-51C8-C24D6DA52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E3A18-2D50-4A01-90E6-7D071C7A96AA}" type="datetimeFigureOut">
              <a:rPr lang="en-SG" smtClean="0"/>
              <a:t>20/10/2026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B6EB5-DF0A-A82E-7A30-AD74BDBD8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EC928F-29EE-88BA-36B7-8BDAB2AC1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9ACD2-F29E-4B14-BED2-560B19D0493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94257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902B9-3931-1C25-A47E-E2CB6F56F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ED2D9-D4A2-6F33-30FA-624E282C77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314D2-22A7-E1B8-0D6E-F0DE6D2D1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E3A18-2D50-4A01-90E6-7D071C7A96AA}" type="datetimeFigureOut">
              <a:rPr lang="en-SG" smtClean="0"/>
              <a:t>20/10/2026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3536A8-EDC7-0899-000D-B9956AEB6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02465-C4A7-8F5C-4A51-1113A3EFF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9ACD2-F29E-4B14-BED2-560B19D0493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45135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BB15E-F9D5-A1A7-D254-DA1AD9357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124DD6-B09D-DC8F-95D4-AB9862ED35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B5A9C2-4A5A-B095-C945-9D1BBB824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E3A18-2D50-4A01-90E6-7D071C7A96AA}" type="datetimeFigureOut">
              <a:rPr lang="en-SG" smtClean="0"/>
              <a:t>20/10/2026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CF5759-107E-2FC6-CE97-9B3893BA9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33E250-7751-9BB0-3C77-929058473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9ACD2-F29E-4B14-BED2-560B19D0493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41968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49493-E78D-7DFD-270A-44C24E3D6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7AFC4C-864B-40E4-521C-ED42ED5FC7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B6BC1D-9913-B641-DEBF-376C1DA3DA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CA544D-FB10-D011-B466-54B027F4C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E3A18-2D50-4A01-90E6-7D071C7A96AA}" type="datetimeFigureOut">
              <a:rPr lang="en-SG" smtClean="0"/>
              <a:t>20/10/2026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89500A-4511-7989-E6A9-9F5CC86DC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9F77F1-3088-1259-4CA6-74FBDDDE4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9ACD2-F29E-4B14-BED2-560B19D0493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6967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595A9-AF93-B987-9EF3-DB6DB26AC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3E65F9-D8AC-C81F-973F-013058AC7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CD3808-4D5B-E325-A33E-2D6D5B4213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B7517D-33EA-3919-3B18-22D8B5E3C7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49266E-9373-AA89-B3E1-D97EE5DCC8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E777B0-3D5C-9211-E7DC-B275C9646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E3A18-2D50-4A01-90E6-7D071C7A96AA}" type="datetimeFigureOut">
              <a:rPr lang="en-SG" smtClean="0"/>
              <a:t>20/10/2026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20D6E6-8823-0E1E-C9F1-3F1AB885D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C92415-43C3-A483-B79F-641EA958B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9ACD2-F29E-4B14-BED2-560B19D0493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67162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09AD1-F202-22B9-36E5-F20863147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DC7EE-1FBF-603F-AFB9-ECEBE2369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E3A18-2D50-4A01-90E6-7D071C7A96AA}" type="datetimeFigureOut">
              <a:rPr lang="en-SG" smtClean="0"/>
              <a:t>20/10/2026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B74FEF-3806-C9BA-742A-D8675421D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3DFF21-0C7F-E08F-5C4D-6D12E86C8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9ACD2-F29E-4B14-BED2-560B19D0493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76673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C5AEA9-EC08-13C9-1572-9301E80C6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E3A18-2D50-4A01-90E6-7D071C7A96AA}" type="datetimeFigureOut">
              <a:rPr lang="en-SG" smtClean="0"/>
              <a:t>20/10/2026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BE4219-CFA1-340F-6BE8-AA1704EB9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9C8733-7CFE-9981-FE14-54382E9B0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9ACD2-F29E-4B14-BED2-560B19D0493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49956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4C6C0-07F7-2091-2B4F-FF84715F0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E6B5C-9383-7746-8EB0-A8B13381F4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3119DA-7C69-8173-EC7F-5F9C158D06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DE27F4-34E0-47A1-6BBA-D7DDE8B6B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E3A18-2D50-4A01-90E6-7D071C7A96AA}" type="datetimeFigureOut">
              <a:rPr lang="en-SG" smtClean="0"/>
              <a:t>20/10/2026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7C15A6-F4DB-C7D6-0FF9-92CEA39BB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6899B-5F8F-214C-0F56-D213B6AAA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9ACD2-F29E-4B14-BED2-560B19D0493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71032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A73DB-EB7A-EE09-D068-673563CF6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1B8B88-670E-77FC-57A8-3AB9D20A18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436BBA-4826-9941-CDB9-3CFD65CCF3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45ABB6-2133-EC5F-5428-EBAA697E9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E3A18-2D50-4A01-90E6-7D071C7A96AA}" type="datetimeFigureOut">
              <a:rPr lang="en-SG" smtClean="0"/>
              <a:t>20/10/2026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228718-3EF3-9C8B-4C35-53534C32B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9023C4-C8AD-834B-D114-9C14964E2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9ACD2-F29E-4B14-BED2-560B19D0493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55910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C35E3-4944-515D-B8A3-A3503B1F8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E2D20F-478C-8615-C0EC-E1107355AD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1D2A70-C692-D7D1-67E9-19C3FDBBC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E3A18-2D50-4A01-90E6-7D071C7A96AA}" type="datetimeFigureOut">
              <a:rPr lang="en-SG" smtClean="0"/>
              <a:t>20/10/2026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769A8C-EAF5-21B3-BC69-7CEF031D2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2AB9A9-2C2F-B9B4-D750-CCE1BA9A0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9ACD2-F29E-4B14-BED2-560B19D0493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74464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DA7204-1A7F-FD8B-F183-0AE503660C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AE5D83-4975-9BD5-2288-C745CE3092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7F1AE2-F0DE-B5BB-F305-CA557A900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E3A18-2D50-4A01-90E6-7D071C7A96AA}" type="datetimeFigureOut">
              <a:rPr lang="en-SG" smtClean="0"/>
              <a:t>20/10/2026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6B7B34-EF19-E72B-E342-1E2EDC627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FA3FC3-5712-50EB-0F77-123876E26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9ACD2-F29E-4B14-BED2-560B19D0493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39678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5D0BBC-50BC-5BB3-8BD8-6E5EF2E01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FC5889-A253-37CE-12ED-D11DD1D1A4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EC1405-9591-43D5-C5F4-F2D9E73BAC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0E3A18-2D50-4A01-90E6-7D071C7A96AA}" type="datetimeFigureOut">
              <a:rPr lang="en-SG" smtClean="0"/>
              <a:t>20/10/2026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A8F62-7296-EA83-0DA2-DC0FF4F13E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D1214-4D3E-9785-9348-722EF28BF4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59ACD2-F29E-4B14-BED2-560B19D0493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65238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53C1C-2571-B9DB-292E-CA0CC715B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</a:t>
            </a:r>
            <a:endParaRPr lang="en-S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1D7BE-6F2C-3FA1-6EE0-331465812D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69875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B61894D-7850-66E5-54D6-A321C1E16E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D3B829B-78F1-A823-6F69-97A5309E9CE2}"/>
              </a:ext>
            </a:extLst>
          </p:cNvPr>
          <p:cNvSpPr txBox="1"/>
          <p:nvPr/>
        </p:nvSpPr>
        <p:spPr>
          <a:xfrm>
            <a:off x="6193277" y="3492389"/>
            <a:ext cx="4993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562900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B61894D-7850-66E5-54D6-A321C1E16EE9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000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113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B61894D-7850-66E5-54D6-A321C1E16E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214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A89519D-AD38-2EBA-B934-F5212EB7C80C}"/>
              </a:ext>
            </a:extLst>
          </p:cNvPr>
          <p:cNvSpPr txBox="1"/>
          <p:nvPr/>
        </p:nvSpPr>
        <p:spPr>
          <a:xfrm>
            <a:off x="6264613" y="3429000"/>
            <a:ext cx="4993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242745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53C1C-2571-B9DB-292E-CA0CC715B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</a:t>
            </a:r>
            <a:endParaRPr lang="en-S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1D7BE-6F2C-3FA1-6EE0-331465812D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03470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72A27C6-6B3E-C0C5-F2DC-C23406099A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970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72A27C6-6B3E-C0C5-F2DC-C23406099AF8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000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780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72A27C6-6B3E-C0C5-F2DC-C23406099AF8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20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247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53C1C-2571-B9DB-292E-CA0CC715B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</a:t>
            </a:r>
            <a:endParaRPr lang="en-S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1D7BE-6F2C-3FA1-6EE0-331465812D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923560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B793CA-6EC3-D555-901D-A485EB895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0790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B793CA-6EC3-D555-901D-A485EB895A48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000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6293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B793CA-6EC3-D555-901D-A485EB895A48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20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8765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F55AA6F-55DB-B9EF-C824-F762EF97DD0A}"/>
              </a:ext>
            </a:extLst>
          </p:cNvPr>
          <p:cNvGrpSpPr/>
          <p:nvPr/>
        </p:nvGrpSpPr>
        <p:grpSpPr>
          <a:xfrm>
            <a:off x="290595" y="-864089"/>
            <a:ext cx="11739479" cy="7722089"/>
            <a:chOff x="226294" y="514350"/>
            <a:chExt cx="9643912" cy="634365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1201A61-5849-1BE6-31C6-8CEC2606A75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53611"/>
            <a:stretch/>
          </p:blipFill>
          <p:spPr>
            <a:xfrm>
              <a:off x="226294" y="3676650"/>
              <a:ext cx="9643912" cy="318135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E4E1F7B-AE6A-C606-A3FC-E09B2B1C5BA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53611"/>
            <a:stretch/>
          </p:blipFill>
          <p:spPr>
            <a:xfrm>
              <a:off x="226294" y="514350"/>
              <a:ext cx="9643912" cy="3181350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AFAE8EBD-2E47-8709-CB5B-1D3EEE13BB31}"/>
              </a:ext>
            </a:extLst>
          </p:cNvPr>
          <p:cNvSpPr txBox="1"/>
          <p:nvPr/>
        </p:nvSpPr>
        <p:spPr>
          <a:xfrm>
            <a:off x="-800100" y="123825"/>
            <a:ext cx="38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2073471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FAE8EBD-2E47-8709-CB5B-1D3EEE13BB31}"/>
              </a:ext>
            </a:extLst>
          </p:cNvPr>
          <p:cNvSpPr txBox="1"/>
          <p:nvPr/>
        </p:nvSpPr>
        <p:spPr>
          <a:xfrm>
            <a:off x="-800100" y="123825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endParaRPr lang="en-SG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3C80540-C385-4545-E531-6AC90A923DF5}"/>
              </a:ext>
            </a:extLst>
          </p:cNvPr>
          <p:cNvGrpSpPr/>
          <p:nvPr/>
        </p:nvGrpSpPr>
        <p:grpSpPr>
          <a:xfrm>
            <a:off x="395478" y="304800"/>
            <a:ext cx="8782815" cy="6210300"/>
            <a:chOff x="909828" y="-1057276"/>
            <a:chExt cx="10372344" cy="733425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FF8D152-A97A-0C82-1D29-757B7DA583A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54869" b="8407"/>
            <a:stretch/>
          </p:blipFill>
          <p:spPr>
            <a:xfrm>
              <a:off x="909828" y="3762374"/>
              <a:ext cx="10372344" cy="2514601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9105292-BA2C-57FC-6EC1-F8CD350135B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54869" b="8407"/>
            <a:stretch/>
          </p:blipFill>
          <p:spPr>
            <a:xfrm>
              <a:off x="909828" y="1352549"/>
              <a:ext cx="10372344" cy="2514601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4CDFBC9-2C76-E791-DE10-1B94AC39082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54869" b="8407"/>
            <a:stretch/>
          </p:blipFill>
          <p:spPr>
            <a:xfrm>
              <a:off x="909828" y="-1057276"/>
              <a:ext cx="10372344" cy="251460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25796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FAE8EBD-2E47-8709-CB5B-1D3EEE13BB31}"/>
              </a:ext>
            </a:extLst>
          </p:cNvPr>
          <p:cNvSpPr txBox="1"/>
          <p:nvPr/>
        </p:nvSpPr>
        <p:spPr>
          <a:xfrm>
            <a:off x="-800100" y="123825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  <a:endParaRPr lang="en-SG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11B01E8-9861-35CB-32D6-D76DD54D1164}"/>
              </a:ext>
            </a:extLst>
          </p:cNvPr>
          <p:cNvGrpSpPr/>
          <p:nvPr/>
        </p:nvGrpSpPr>
        <p:grpSpPr>
          <a:xfrm>
            <a:off x="1" y="0"/>
            <a:ext cx="6438900" cy="6858000"/>
            <a:chOff x="1022350" y="685800"/>
            <a:chExt cx="9644062" cy="61722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54A5312-DE00-AFCB-045D-279B566A637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54583"/>
            <a:stretch/>
          </p:blipFill>
          <p:spPr>
            <a:xfrm>
              <a:off x="1022350" y="3743325"/>
              <a:ext cx="9644062" cy="3114675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EF8306D-6FCF-4DEF-6380-B239D30B6EE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54583"/>
            <a:stretch/>
          </p:blipFill>
          <p:spPr>
            <a:xfrm>
              <a:off x="1022350" y="685800"/>
              <a:ext cx="9644062" cy="31146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489273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8</Words>
  <Application>Microsoft Office PowerPoint</Application>
  <PresentationFormat>Widescreen</PresentationFormat>
  <Paragraphs>8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A</vt:lpstr>
      <vt:lpstr>PowerPoint Presentation</vt:lpstr>
      <vt:lpstr>PowerPoint Presentation</vt:lpstr>
      <vt:lpstr>PowerPoint Presentation</vt:lpstr>
      <vt:lpstr>F</vt:lpstr>
      <vt:lpstr>PowerPoint Presentation</vt:lpstr>
      <vt:lpstr>PowerPoint Presentation</vt:lpstr>
      <vt:lpstr>PowerPoint Presentation</vt:lpstr>
      <vt:lpstr>Z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</dc:title>
  <dc:creator>Muhamed Fauzi Bin Abbas</dc:creator>
  <cp:lastModifiedBy>Muhamed Fauzi Bin Abbas</cp:lastModifiedBy>
  <cp:revision>2</cp:revision>
  <cp:lastPrinted>2022-11-29T22:40:17Z</cp:lastPrinted>
  <dcterms:created xsi:type="dcterms:W3CDTF">2022-10-19T17:06:51Z</dcterms:created>
  <dcterms:modified xsi:type="dcterms:W3CDTF">2026-10-21T05:06:14Z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ef8e180-8f22-4ead-b44a-2d560df875da_Enabled">
    <vt:lpwstr>true</vt:lpwstr>
  </property>
  <property fmtid="{D5CDD505-2E9C-101B-9397-08002B2CF9AE}" pid="3" name="MSIP_Label_3ef8e180-8f22-4ead-b44a-2d560df875da_SetDate">
    <vt:lpwstr>2024-10-20T01:39:02Z</vt:lpwstr>
  </property>
  <property fmtid="{D5CDD505-2E9C-101B-9397-08002B2CF9AE}" pid="4" name="MSIP_Label_3ef8e180-8f22-4ead-b44a-2d560df875da_Method">
    <vt:lpwstr>Privileged</vt:lpwstr>
  </property>
  <property fmtid="{D5CDD505-2E9C-101B-9397-08002B2CF9AE}" pid="5" name="MSIP_Label_3ef8e180-8f22-4ead-b44a-2d560df875da_Name">
    <vt:lpwstr>Public</vt:lpwstr>
  </property>
  <property fmtid="{D5CDD505-2E9C-101B-9397-08002B2CF9AE}" pid="6" name="MSIP_Label_3ef8e180-8f22-4ead-b44a-2d560df875da_SiteId">
    <vt:lpwstr>64991f7f-44d6-4d8c-9cd4-7862e8cb94c6</vt:lpwstr>
  </property>
  <property fmtid="{D5CDD505-2E9C-101B-9397-08002B2CF9AE}" pid="7" name="MSIP_Label_3ef8e180-8f22-4ead-b44a-2d560df875da_ActionId">
    <vt:lpwstr>2068b307-c5ac-4b55-986c-edef8d264b10</vt:lpwstr>
  </property>
  <property fmtid="{D5CDD505-2E9C-101B-9397-08002B2CF9AE}" pid="8" name="MSIP_Label_3ef8e180-8f22-4ead-b44a-2d560df875da_ContentBits">
    <vt:lpwstr>0</vt:lpwstr>
  </property>
</Properties>
</file>